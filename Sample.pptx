
<file path=[Content_Types].xml><?xml version="1.0" encoding="utf-8"?>
<Types xmlns="http://schemas.openxmlformats.org/package/2006/content-types">
  <Default Extension="bin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media/image2.bin" ContentType="image/png"/>
  <Override PartName="/ppt/media/image3.bin" ContentType="image/x-emf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media/image4.bin" ContentType="image/png"/>
  <Override PartName="/ppt/media/image5.bin" ContentType="image/png"/>
  <Override PartName="/ppt/media/image6.bin" ContentType="image/png"/>
  <Override PartName="/ppt/media/image7.bin" ContentType="image/png"/>
  <Override PartName="/ppt/media/image8.bin" ContentType="image/pn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6" r:id="rId2"/>
    <p:sldMasterId id="2147483697" r:id="rId3"/>
  </p:sldMasterIdLst>
  <p:notesMasterIdLst>
    <p:notesMasterId r:id="rId6"/>
  </p:notesMasterIdLst>
  <p:sldIdLst>
    <p:sldId id="272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74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2.xml"/><Relationship Id="rId10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was Jha" userId="b6a02b7a-edb4-47c3-b232-bf0def771b86" providerId="ADAL" clId="{18C366BD-7B09-4D30-9B78-F2720124CA14}"/>
    <pc:docChg chg="delSld modSld">
      <pc:chgData name="Pawas Jha" userId="b6a02b7a-edb4-47c3-b232-bf0def771b86" providerId="ADAL" clId="{18C366BD-7B09-4D30-9B78-F2720124CA14}" dt="2026-08-12T03:38:57.727" v="13" actId="20577"/>
      <pc:docMkLst>
        <pc:docMk/>
      </pc:docMkLst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58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59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60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61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62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63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64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65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66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67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68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69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70"/>
        </pc:sldMkLst>
      </pc:sldChg>
      <pc:sldChg chg="del">
        <pc:chgData name="Pawas Jha" userId="b6a02b7a-edb4-47c3-b232-bf0def771b86" providerId="ADAL" clId="{18C366BD-7B09-4D30-9B78-F2720124CA14}" dt="2026-08-12T03:38:31.160" v="0" actId="47"/>
        <pc:sldMkLst>
          <pc:docMk/>
          <pc:sldMk cId="0" sldId="271"/>
        </pc:sldMkLst>
      </pc:sldChg>
      <pc:sldChg chg="modSp mod">
        <pc:chgData name="Pawas Jha" userId="b6a02b7a-edb4-47c3-b232-bf0def771b86" providerId="ADAL" clId="{18C366BD-7B09-4D30-9B78-F2720124CA14}" dt="2026-08-12T03:38:57.727" v="13" actId="20577"/>
        <pc:sldMkLst>
          <pc:docMk/>
          <pc:sldMk cId="2887682368" sldId="272"/>
        </pc:sldMkLst>
        <pc:spChg chg="mod">
          <ac:chgData name="Pawas Jha" userId="b6a02b7a-edb4-47c3-b232-bf0def771b86" providerId="ADAL" clId="{18C366BD-7B09-4D30-9B78-F2720124CA14}" dt="2026-08-12T03:38:48.697" v="5" actId="20577"/>
          <ac:spMkLst>
            <pc:docMk/>
            <pc:sldMk cId="2887682368" sldId="272"/>
            <ac:spMk id="26" creationId="{00000000-0000-0000-0000-000000000000}"/>
          </ac:spMkLst>
        </pc:spChg>
        <pc:spChg chg="mod">
          <ac:chgData name="Pawas Jha" userId="b6a02b7a-edb4-47c3-b232-bf0def771b86" providerId="ADAL" clId="{18C366BD-7B09-4D30-9B78-F2720124CA14}" dt="2026-08-12T03:38:57.727" v="13" actId="20577"/>
          <ac:spMkLst>
            <pc:docMk/>
            <pc:sldMk cId="2887682368" sldId="272"/>
            <ac:spMk id="30" creationId="{00000000-0000-0000-0000-000000000000}"/>
          </ac:spMkLst>
        </pc:spChg>
      </pc:sldChg>
      <pc:sldChg chg="del">
        <pc:chgData name="Pawas Jha" userId="b6a02b7a-edb4-47c3-b232-bf0def771b86" providerId="ADAL" clId="{18C366BD-7B09-4D30-9B78-F2720124CA14}" dt="2026-08-12T03:38:43.192" v="1" actId="47"/>
        <pc:sldMkLst>
          <pc:docMk/>
          <pc:sldMk cId="278825233" sldId="273"/>
        </pc:sldMkLst>
      </pc:sldChg>
    </pc:docChg>
  </pc:docChgLst>
  <pc:docChgLst>
    <pc:chgData name="Rohit  Yadav" userId="4b6dc720-da12-4d2a-b6cc-27c97f041c83" providerId="ADAL" clId="{E1C3F742-C313-42EB-AAD1-8A9DFAA35B65}"/>
    <pc:docChg chg="undo custSel addSld delSld modSld">
      <pc:chgData name="Rohit  Yadav" userId="4b6dc720-da12-4d2a-b6cc-27c97f041c83" providerId="ADAL" clId="{E1C3F742-C313-42EB-AAD1-8A9DFAA35B65}" dt="2026-07-23T07:07:49.450" v="106" actId="478"/>
      <pc:docMkLst>
        <pc:docMk/>
      </pc:docMkLst>
      <pc:sldChg chg="modSp add mod">
        <pc:chgData name="Rohit  Yadav" userId="4b6dc720-da12-4d2a-b6cc-27c97f041c83" providerId="ADAL" clId="{E1C3F742-C313-42EB-AAD1-8A9DFAA35B65}" dt="2026-07-23T06:43:06.679" v="16" actId="20577"/>
        <pc:sldMkLst>
          <pc:docMk/>
          <pc:sldMk cId="2887682368" sldId="272"/>
        </pc:sldMkLst>
        <pc:spChg chg="mod">
          <ac:chgData name="Rohit  Yadav" userId="4b6dc720-da12-4d2a-b6cc-27c97f041c83" providerId="ADAL" clId="{E1C3F742-C313-42EB-AAD1-8A9DFAA35B65}" dt="2026-07-23T06:42:53.492" v="10" actId="20577"/>
          <ac:spMkLst>
            <pc:docMk/>
            <pc:sldMk cId="2887682368" sldId="272"/>
            <ac:spMk id="28" creationId="{00000000-0000-0000-0000-000000000000}"/>
          </ac:spMkLst>
        </pc:spChg>
        <pc:spChg chg="mod">
          <ac:chgData name="Rohit  Yadav" userId="4b6dc720-da12-4d2a-b6cc-27c97f041c83" providerId="ADAL" clId="{E1C3F742-C313-42EB-AAD1-8A9DFAA35B65}" dt="2026-07-23T06:43:06.679" v="16" actId="20577"/>
          <ac:spMkLst>
            <pc:docMk/>
            <pc:sldMk cId="2887682368" sldId="272"/>
            <ac:spMk id="30" creationId="{00000000-0000-0000-0000-000000000000}"/>
          </ac:spMkLst>
        </pc:spChg>
      </pc:sldChg>
      <pc:sldChg chg="delSp modSp add mod">
        <pc:chgData name="Rohit  Yadav" userId="4b6dc720-da12-4d2a-b6cc-27c97f041c83" providerId="ADAL" clId="{E1C3F742-C313-42EB-AAD1-8A9DFAA35B65}" dt="2026-07-23T07:07:49.450" v="106" actId="478"/>
        <pc:sldMkLst>
          <pc:docMk/>
          <pc:sldMk cId="278825233" sldId="273"/>
        </pc:sldMkLst>
        <pc:spChg chg="mod">
          <ac:chgData name="Rohit  Yadav" userId="4b6dc720-da12-4d2a-b6cc-27c97f041c83" providerId="ADAL" clId="{E1C3F742-C313-42EB-AAD1-8A9DFAA35B65}" dt="2026-07-23T06:51:29.152" v="93" actId="207"/>
          <ac:spMkLst>
            <pc:docMk/>
            <pc:sldMk cId="278825233" sldId="273"/>
            <ac:spMk id="8" creationId="{00000000-0000-0000-0000-000000000000}"/>
          </ac:spMkLst>
        </pc:spChg>
        <pc:spChg chg="mod">
          <ac:chgData name="Rohit  Yadav" userId="4b6dc720-da12-4d2a-b6cc-27c97f041c83" providerId="ADAL" clId="{E1C3F742-C313-42EB-AAD1-8A9DFAA35B65}" dt="2026-07-23T07:07:47.249" v="105" actId="207"/>
          <ac:spMkLst>
            <pc:docMk/>
            <pc:sldMk cId="278825233" sldId="273"/>
            <ac:spMk id="12" creationId="{00000000-0000-0000-0000-000000000000}"/>
          </ac:spMkLst>
        </pc:spChg>
      </pc:sldChg>
      <pc:sldChg chg="add">
        <pc:chgData name="Rohit  Yadav" userId="4b6dc720-da12-4d2a-b6cc-27c97f041c83" providerId="ADAL" clId="{E1C3F742-C313-42EB-AAD1-8A9DFAA35B65}" dt="2026-07-23T07:06:07.916" v="99"/>
        <pc:sldMkLst>
          <pc:docMk/>
          <pc:sldMk cId="95633489" sldId="275"/>
        </pc:sldMkLst>
      </pc:sldChg>
      <pc:sldMasterChg chg="delSldLayout">
        <pc:chgData name="Rohit  Yadav" userId="4b6dc720-da12-4d2a-b6cc-27c97f041c83" providerId="ADAL" clId="{E1C3F742-C313-42EB-AAD1-8A9DFAA35B65}" dt="2026-07-23T07:06:10.386" v="100" actId="47"/>
        <pc:sldMasterMkLst>
          <pc:docMk/>
          <pc:sldMasterMk cId="3131641162" sldId="214748366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B17E74-D999-48D6-8953-C0F8AE716497}" type="datetimeFigureOut">
              <a:rPr lang="en-IN" smtClean="0"/>
              <a:t>12-08-2026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2F6A13-4597-47A7-9561-633FFF2E3A5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936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refractconsulting.com" TargetMode="External"/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refractconsulting.com" TargetMode="External"/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refractconsulting.com" TargetMode="External"/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idx="1"/>
          </p:nvPr>
        </p:nvSpPr>
        <p:spPr>
          <a:xfrm>
            <a:off x="470263" y="1196404"/>
            <a:ext cx="11526433" cy="54864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564773" y="3429505"/>
            <a:ext cx="5432614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2200" y="3429505"/>
            <a:ext cx="5526741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773" y="231740"/>
            <a:ext cx="10515600" cy="528281"/>
          </a:xfrm>
        </p:spPr>
        <p:txBody>
          <a:bodyPr anchor="b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1631023" y="6623788"/>
            <a:ext cx="720001" cy="268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ctr" defTabSz="121909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746033-9F45-4508-8446-72AA2BBAAD2A}" type="slidenum">
              <a:rPr kumimoji="0" lang="en-US" altLang="ja-JP" sz="1066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jitsu Sans" panose="020B0404060202020204" pitchFamily="34" charset="0"/>
                <a:ea typeface="ＭＳ Ｐゴシック" charset="-128"/>
                <a:cs typeface="+mn-cs"/>
              </a:rPr>
              <a:t>‹#›</a:t>
            </a:fld>
            <a:endParaRPr kumimoji="0" lang="en-US" altLang="ja-JP" sz="1066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jitsu Sans" panose="020B0404060202020204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279317"/>
      </p:ext>
    </p:extLst>
  </p:cSld>
  <p:clrMapOvr>
    <a:masterClrMapping/>
  </p:clrMapOvr>
  <p:transition advTm="0"/>
  <p:extLst>
    <p:ext uri="{DCECCB84-F9BA-43D5-87BE-67443E8EF086}">
      <p15:sldGuideLst xmlns:p15="http://schemas.microsoft.com/office/powerpoint/2012/main">
        <p15:guide id="1" orient="horz" pos="4008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5BCAD085-E8A6-8845-BD4E-CB4CCA059FC4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9477"/>
      </p:ext>
    </p:extLst>
  </p:cSld>
  <p:clrMapOvr>
    <a:masterClrMapping/>
  </p:clrMapOvr>
  <p:transition advT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5BCAD085-E8A6-8845-BD4E-CB4CCA059FC4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9589" y="3429505"/>
            <a:ext cx="5042645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2200" y="3429505"/>
            <a:ext cx="5526741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4"/>
          </p:nvPr>
        </p:nvSpPr>
        <p:spPr>
          <a:xfrm>
            <a:off x="739589" y="914906"/>
            <a:ext cx="10959352" cy="52393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7067125"/>
      </p:ext>
    </p:extLst>
  </p:cSld>
  <p:clrMapOvr>
    <a:masterClrMapping/>
  </p:clrMapOvr>
  <p:transition advT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5BCAD085-E8A6-8845-BD4E-CB4CCA059FC4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571264"/>
      </p:ext>
    </p:extLst>
  </p:cSld>
  <p:clrMapOvr>
    <a:masterClrMapping/>
  </p:clrMapOvr>
  <p:transition advT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5BCAD085-E8A6-8845-BD4E-CB4CCA059FC4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462562"/>
      </p:ext>
    </p:extLst>
  </p:cSld>
  <p:clrMapOvr>
    <a:masterClrMapping/>
  </p:clrMapOvr>
  <p:transition advT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5BCAD085-E8A6-8845-BD4E-CB4CCA059FC4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608757"/>
      </p:ext>
    </p:extLst>
  </p:cSld>
  <p:clrMapOvr>
    <a:masterClrMapping/>
  </p:clrMapOvr>
  <p:transition advT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5BCAD085-E8A6-8845-BD4E-CB4CCA059FC4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-112514"/>
            <a:ext cx="12192000" cy="69705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561654"/>
      </p:ext>
    </p:extLst>
  </p:cSld>
  <p:clrMapOvr>
    <a:masterClrMapping/>
  </p:clrMapOvr>
  <p:transition advT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5BCAD085-E8A6-8845-BD4E-CB4CCA059FC4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-125506"/>
            <a:ext cx="12207145" cy="698350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-143435"/>
            <a:ext cx="12192000" cy="7001435"/>
          </a:xfrm>
          <a:prstGeom prst="rect">
            <a:avLst/>
          </a:prstGeom>
          <a:solidFill>
            <a:srgbClr val="262626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1183341"/>
            <a:ext cx="88741" cy="5692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70647" cy="1183341"/>
          </a:xfrm>
          <a:prstGeom prst="rect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" y="3657600"/>
            <a:ext cx="282388" cy="1277471"/>
          </a:xfrm>
          <a:prstGeom prst="rect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01701" y="3271364"/>
            <a:ext cx="0" cy="3051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9428" y="5107195"/>
            <a:ext cx="86061" cy="1215614"/>
          </a:xfrm>
          <a:prstGeom prst="rect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158673" y="3224608"/>
            <a:ext cx="96816" cy="96816"/>
          </a:xfrm>
          <a:prstGeom prst="ellipse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363735"/>
      </p:ext>
    </p:extLst>
  </p:cSld>
  <p:clrMapOvr>
    <a:masterClrMapping/>
  </p:clrMapOvr>
  <p:transition advT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5BCAD085-E8A6-8845-BD4E-CB4CCA059FC4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463284"/>
      </p:ext>
    </p:extLst>
  </p:cSld>
  <p:clrMapOvr>
    <a:masterClrMapping/>
  </p:clrMapOvr>
  <p:transition advT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5BCAD085-E8A6-8845-BD4E-CB4CCA059FC4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413231"/>
      </p:ext>
    </p:extLst>
  </p:cSld>
  <p:clrMapOvr>
    <a:masterClrMapping/>
  </p:clrMapOvr>
  <p:transition advTm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5BCAD085-E8A6-8845-BD4E-CB4CCA059FC4}" type="datetimeFigureOut">
              <a:rPr lang="en-US" smtClean="0"/>
              <a:t>8/12/2026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083917"/>
      </p:ext>
    </p:extLst>
  </p:cSld>
  <p:clrMapOvr>
    <a:masterClrMapping/>
  </p:clrMapOvr>
  <p:transition advTm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75" y="76128"/>
            <a:ext cx="10453025" cy="954691"/>
          </a:xfrm>
          <a:prstGeom prst="rect">
            <a:avLst/>
          </a:prstGeom>
        </p:spPr>
        <p:txBody>
          <a:bodyPr anchor="ctr"/>
          <a:lstStyle>
            <a:lvl1pPr marL="271448" indent="0">
              <a:defRPr sz="23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1471999" y="6474703"/>
            <a:ext cx="720001" cy="268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ctr" defTabSz="121909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746033-9F45-4508-8446-72AA2BBAAD2A}" type="slidenum">
              <a:rPr kumimoji="0" lang="en-US" altLang="ja-JP" sz="10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jitsu Sans" panose="020B0404060202020204" pitchFamily="34" charset="0"/>
                <a:ea typeface="ＭＳ Ｐゴシック" charset="-128"/>
                <a:cs typeface="+mn-cs"/>
              </a:rPr>
              <a:t>‹#›</a:t>
            </a:fld>
            <a:endParaRPr kumimoji="0" lang="en-US" altLang="ja-JP" sz="106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jitsu Sans" panose="020B0404060202020204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843274"/>
      </p:ext>
    </p:extLst>
  </p:cSld>
  <p:clrMapOvr>
    <a:masterClrMapping/>
  </p:clrMapOvr>
  <p:transition spd="slow" advTm="0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hart with text">
    <p:bg>
      <p:bgPr>
        <a:solidFill>
          <a:srgbClr val="A7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61364"/>
            <a:ext cx="12812076" cy="7019364"/>
            <a:chOff x="0" y="-161364"/>
            <a:chExt cx="12812076" cy="7019364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-125506"/>
              <a:ext cx="12207145" cy="6983506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0" y="-143435"/>
              <a:ext cx="12192000" cy="7001435"/>
            </a:xfrm>
            <a:prstGeom prst="rect">
              <a:avLst/>
            </a:prstGeom>
            <a:solidFill>
              <a:srgbClr val="262626">
                <a:alpha val="63000"/>
              </a:srgbClr>
            </a:solidFill>
            <a:ln>
              <a:noFill/>
            </a:ln>
            <a:effectLst>
              <a:outerShdw blurRad="50800" dist="50800" dir="5400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/>
              <a:endParaRPr lang="en-US" dirty="0"/>
            </a:p>
          </p:txBody>
        </p:sp>
        <p:grpSp>
          <p:nvGrpSpPr>
            <p:cNvPr id="10" name="Group 9"/>
            <p:cNvGrpSpPr/>
            <p:nvPr/>
          </p:nvGrpSpPr>
          <p:grpSpPr>
            <a:xfrm flipH="1">
              <a:off x="5181600" y="-161364"/>
              <a:ext cx="7025545" cy="6024282"/>
              <a:chOff x="-15145" y="-143435"/>
              <a:chExt cx="7025545" cy="6024282"/>
            </a:xfrm>
          </p:grpSpPr>
          <p:sp>
            <p:nvSpPr>
              <p:cNvPr id="19" name="Rectangle 3"/>
              <p:cNvSpPr/>
              <p:nvPr/>
            </p:nvSpPr>
            <p:spPr>
              <a:xfrm>
                <a:off x="537883" y="-143435"/>
                <a:ext cx="6472517" cy="6024282"/>
              </a:xfrm>
              <a:custGeom>
                <a:avLst/>
                <a:gdLst>
                  <a:gd name="connsiteX0" fmla="*/ 0 w 6472517"/>
                  <a:gd name="connsiteY0" fmla="*/ 0 h 5970494"/>
                  <a:gd name="connsiteX1" fmla="*/ 6472517 w 6472517"/>
                  <a:gd name="connsiteY1" fmla="*/ 0 h 5970494"/>
                  <a:gd name="connsiteX2" fmla="*/ 6472517 w 6472517"/>
                  <a:gd name="connsiteY2" fmla="*/ 5970494 h 5970494"/>
                  <a:gd name="connsiteX3" fmla="*/ 0 w 6472517"/>
                  <a:gd name="connsiteY3" fmla="*/ 5970494 h 5970494"/>
                  <a:gd name="connsiteX4" fmla="*/ 0 w 6472517"/>
                  <a:gd name="connsiteY4" fmla="*/ 0 h 5970494"/>
                  <a:gd name="connsiteX0dup0" fmla="*/ 0 w 6472517"/>
                  <a:gd name="connsiteY0dup0" fmla="*/ 0 h 6024282"/>
                  <a:gd name="connsiteX1dup0" fmla="*/ 6472517 w 6472517"/>
                  <a:gd name="connsiteY1dup0" fmla="*/ 0 h 6024282"/>
                  <a:gd name="connsiteX2dup0" fmla="*/ 6472517 w 6472517"/>
                  <a:gd name="connsiteY2dup0" fmla="*/ 5970494 h 6024282"/>
                  <a:gd name="connsiteX3dup0" fmla="*/ 1972235 w 6472517"/>
                  <a:gd name="connsiteY3dup0" fmla="*/ 6024282 h 6024282"/>
                  <a:gd name="connsiteX4dup0" fmla="*/ 0 w 6472517"/>
                  <a:gd name="connsiteY4dup0" fmla="*/ 0 h 6024282"/>
                  <a:gd name="connsiteX0dup0dup1" fmla="*/ 0 w 6472517"/>
                  <a:gd name="connsiteY0dup0dup1" fmla="*/ 0 h 6024282"/>
                  <a:gd name="connsiteX1dup0dup1" fmla="*/ 4356847 w 6472517"/>
                  <a:gd name="connsiteY1dup0dup1" fmla="*/ 17929 h 6024282"/>
                  <a:gd name="connsiteX2dup0dup1" fmla="*/ 6472517 w 6472517"/>
                  <a:gd name="connsiteY2dup0dup1" fmla="*/ 5970494 h 6024282"/>
                  <a:gd name="connsiteX3dup0dup1" fmla="*/ 1972235 w 6472517"/>
                  <a:gd name="connsiteY3dup0dup1" fmla="*/ 6024282 h 6024282"/>
                  <a:gd name="connsiteX4dup0dup1" fmla="*/ 0 w 6472517"/>
                  <a:gd name="connsiteY4dup0dup1" fmla="*/ 0 h 6024282"/>
                </a:gdLst>
                <a:ahLst/>
                <a:cxnLst>
                  <a:cxn ang="0">
                    <a:pos x="connsiteX0dup0dup1" y="connsiteY0dup0dup1"/>
                  </a:cxn>
                  <a:cxn ang="0">
                    <a:pos x="connsiteX1dup0dup1" y="connsiteY1dup0dup1"/>
                  </a:cxn>
                  <a:cxn ang="0">
                    <a:pos x="connsiteX2dup0dup1" y="connsiteY2dup0dup1"/>
                  </a:cxn>
                  <a:cxn ang="0">
                    <a:pos x="connsiteX3dup0dup1" y="connsiteY3dup0dup1"/>
                  </a:cxn>
                  <a:cxn ang="0">
                    <a:pos x="connsiteX4dup0dup1" y="connsiteY4dup0dup1"/>
                  </a:cxn>
                </a:cxnLst>
                <a:rect l="l" t="t" r="r" b="b"/>
                <a:pathLst>
                  <a:path w="6472517" h="6024282">
                    <a:moveTo>
                      <a:pt x="0" y="0"/>
                    </a:moveTo>
                    <a:lnTo>
                      <a:pt x="4356847" y="17929"/>
                    </a:lnTo>
                    <a:lnTo>
                      <a:pt x="6472517" y="5970494"/>
                    </a:lnTo>
                    <a:lnTo>
                      <a:pt x="1972235" y="6024282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6000"/>
                      <a:alpha val="68000"/>
                    </a:schemeClr>
                  </a:gs>
                  <a:gs pos="59000">
                    <a:srgbClr val="262626">
                      <a:alpha val="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pPr algn="ctr"/>
                <a:endParaRPr lang="en-US" dirty="0"/>
              </a:p>
            </p:txBody>
          </p:sp>
          <p:sp>
            <p:nvSpPr>
              <p:cNvPr id="20" name="Rectangle 5"/>
              <p:cNvSpPr/>
              <p:nvPr/>
            </p:nvSpPr>
            <p:spPr>
              <a:xfrm>
                <a:off x="-15145" y="-125506"/>
                <a:ext cx="3321424" cy="5970494"/>
              </a:xfrm>
              <a:custGeom>
                <a:avLst/>
                <a:gdLst>
                  <a:gd name="connsiteX0" fmla="*/ 0 w 3321424"/>
                  <a:gd name="connsiteY0" fmla="*/ 0 h 5970494"/>
                  <a:gd name="connsiteX1" fmla="*/ 3321424 w 3321424"/>
                  <a:gd name="connsiteY1" fmla="*/ 0 h 5970494"/>
                  <a:gd name="connsiteX2" fmla="*/ 3321424 w 3321424"/>
                  <a:gd name="connsiteY2" fmla="*/ 5970494 h 5970494"/>
                  <a:gd name="connsiteX3" fmla="*/ 0 w 3321424"/>
                  <a:gd name="connsiteY3" fmla="*/ 5970494 h 5970494"/>
                  <a:gd name="connsiteX4" fmla="*/ 0 w 3321424"/>
                  <a:gd name="connsiteY4" fmla="*/ 0 h 5970494"/>
                  <a:gd name="connsiteX0dup0" fmla="*/ 0 w 3321424"/>
                  <a:gd name="connsiteY0dup0" fmla="*/ 0 h 5970494"/>
                  <a:gd name="connsiteX1dup0" fmla="*/ 1546412 w 3321424"/>
                  <a:gd name="connsiteY1dup0" fmla="*/ 0 h 5970494"/>
                  <a:gd name="connsiteX2dup0" fmla="*/ 3321424 w 3321424"/>
                  <a:gd name="connsiteY2dup0" fmla="*/ 5970494 h 5970494"/>
                  <a:gd name="connsiteX3dup0" fmla="*/ 0 w 3321424"/>
                  <a:gd name="connsiteY3dup0" fmla="*/ 5970494 h 5970494"/>
                  <a:gd name="connsiteX4dup0" fmla="*/ 0 w 3321424"/>
                  <a:gd name="connsiteY4dup0" fmla="*/ 0 h 5970494"/>
                  <a:gd name="connsiteX0dup0dup1" fmla="*/ 0 w 3321424"/>
                  <a:gd name="connsiteY0dup0dup1" fmla="*/ 0 h 5970494"/>
                  <a:gd name="connsiteX1dup0dup1" fmla="*/ 1546412 w 3321424"/>
                  <a:gd name="connsiteY1dup0dup1" fmla="*/ 0 h 5970494"/>
                  <a:gd name="connsiteX2dup0dup1" fmla="*/ 3321424 w 3321424"/>
                  <a:gd name="connsiteY2dup0dup1" fmla="*/ 5970494 h 5970494"/>
                  <a:gd name="connsiteX3dup0dup1" fmla="*/ 1183341 w 3321424"/>
                  <a:gd name="connsiteY3dup0dup1" fmla="*/ 5952564 h 5970494"/>
                  <a:gd name="connsiteX4dup0dup1" fmla="*/ 0 w 3321424"/>
                  <a:gd name="connsiteY4dup0dup1" fmla="*/ 0 h 5970494"/>
                </a:gdLst>
                <a:ahLst/>
                <a:cxnLst>
                  <a:cxn ang="0">
                    <a:pos x="connsiteX0dup0dup1" y="connsiteY0dup0dup1"/>
                  </a:cxn>
                  <a:cxn ang="0">
                    <a:pos x="connsiteX1dup0dup1" y="connsiteY1dup0dup1"/>
                  </a:cxn>
                  <a:cxn ang="0">
                    <a:pos x="connsiteX2dup0dup1" y="connsiteY2dup0dup1"/>
                  </a:cxn>
                  <a:cxn ang="0">
                    <a:pos x="connsiteX3dup0dup1" y="connsiteY3dup0dup1"/>
                  </a:cxn>
                  <a:cxn ang="0">
                    <a:pos x="connsiteX4dup0dup1" y="connsiteY4dup0dup1"/>
                  </a:cxn>
                </a:cxnLst>
                <a:rect l="l" t="t" r="r" b="b"/>
                <a:pathLst>
                  <a:path w="3321424" h="5970494">
                    <a:moveTo>
                      <a:pt x="0" y="0"/>
                    </a:moveTo>
                    <a:lnTo>
                      <a:pt x="1546412" y="0"/>
                    </a:lnTo>
                    <a:lnTo>
                      <a:pt x="3321424" y="5970494"/>
                    </a:lnTo>
                    <a:lnTo>
                      <a:pt x="1183341" y="5952564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6000"/>
                      <a:alpha val="68000"/>
                    </a:schemeClr>
                  </a:gs>
                  <a:gs pos="59000">
                    <a:srgbClr val="262626">
                      <a:alpha val="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1564474" y="3188181"/>
              <a:ext cx="3810354" cy="8237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en-US" sz="4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THANK YOU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785564" y="1976013"/>
              <a:ext cx="4406436" cy="1172220"/>
            </a:xfrm>
            <a:prstGeom prst="rect">
              <a:avLst/>
            </a:prstGeom>
            <a:solidFill>
              <a:srgbClr val="A720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/>
              <a:endParaRPr lang="en-US" dirty="0"/>
            </a:p>
          </p:txBody>
        </p:sp>
        <p:sp>
          <p:nvSpPr>
            <p:cNvPr id="13" name="Text Placeholder 6"/>
            <p:cNvSpPr txBox="1"/>
            <p:nvPr/>
          </p:nvSpPr>
          <p:spPr>
            <a:xfrm>
              <a:off x="7293926" y="1137076"/>
              <a:ext cx="5518150" cy="798991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IN" sz="3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Contact Us</a:t>
              </a:r>
            </a:p>
          </p:txBody>
        </p:sp>
        <p:sp>
          <p:nvSpPr>
            <p:cNvPr id="14" name="Text Placeholder 8"/>
            <p:cNvSpPr txBox="1"/>
            <p:nvPr/>
          </p:nvSpPr>
          <p:spPr>
            <a:xfrm>
              <a:off x="7265576" y="3411730"/>
              <a:ext cx="4815588" cy="2227637"/>
            </a:xfrm>
            <a:prstGeom prst="rect">
              <a:avLst/>
            </a:prstGeom>
          </p:spPr>
          <p:txBody>
            <a:bodyPr>
              <a:noAutofit/>
            </a:bodyPr>
            <a:lstStyle>
              <a:defPPr>
                <a:defRPr lang="en-US"/>
              </a:defPPr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sz="2000" b="1" dirty="0">
                  <a:solidFill>
                    <a:srgbClr val="A720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REFRACT CONSULTING LLC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401 West A Street,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Suite 200, San Diego,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 92101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(M): +1 (323) 544 5743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(E): </a:t>
              </a:r>
              <a:r>
                <a:rPr lang="en-GB" sz="2000" b="0" i="0" u="none" strike="noStrike" kern="1200" cap="none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Arial"/>
                  <a:hlinkClick r:id="rId3"/>
                </a:rPr>
                <a:t>info@refractconsulting.com</a:t>
              </a:r>
              <a:r>
                <a:rPr lang="en-GB" sz="2000" b="0" i="0" u="none" strike="noStrike" kern="1200" cap="none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Arial"/>
                </a:rPr>
                <a:t>  </a:t>
              </a:r>
            </a:p>
          </p:txBody>
        </p:sp>
      </p:grpSp>
      <p:sp>
        <p:nvSpPr>
          <p:cNvPr id="21" name="Rectangle 1"/>
          <p:cNvSpPr/>
          <p:nvPr/>
        </p:nvSpPr>
        <p:spPr>
          <a:xfrm flipH="1">
            <a:off x="7344786" y="1953996"/>
            <a:ext cx="3081865" cy="1234184"/>
          </a:xfrm>
          <a:custGeom>
            <a:avLst/>
            <a:gdLst>
              <a:gd name="connsiteX0" fmla="*/ 0 w 2939751"/>
              <a:gd name="connsiteY0" fmla="*/ 0 h 1358338"/>
              <a:gd name="connsiteX1" fmla="*/ 2939751 w 2939751"/>
              <a:gd name="connsiteY1" fmla="*/ 0 h 1358338"/>
              <a:gd name="connsiteX2" fmla="*/ 2939751 w 2939751"/>
              <a:gd name="connsiteY2" fmla="*/ 1358338 h 1358338"/>
              <a:gd name="connsiteX3" fmla="*/ 0 w 2939751"/>
              <a:gd name="connsiteY3" fmla="*/ 1358338 h 1358338"/>
              <a:gd name="connsiteX4" fmla="*/ 0 w 2939751"/>
              <a:gd name="connsiteY4" fmla="*/ 0 h 1358338"/>
              <a:gd name="connsiteX0dup0" fmla="*/ 0 w 3416001"/>
              <a:gd name="connsiteY0dup0" fmla="*/ 0 h 1377388"/>
              <a:gd name="connsiteX1dup0" fmla="*/ 3416001 w 3416001"/>
              <a:gd name="connsiteY1dup0" fmla="*/ 19050 h 1377388"/>
              <a:gd name="connsiteX2dup0" fmla="*/ 3416001 w 3416001"/>
              <a:gd name="connsiteY2dup0" fmla="*/ 1377388 h 1377388"/>
              <a:gd name="connsiteX3dup0" fmla="*/ 476250 w 3416001"/>
              <a:gd name="connsiteY3dup0" fmla="*/ 1377388 h 1377388"/>
              <a:gd name="connsiteX4dup0" fmla="*/ 0 w 3416001"/>
              <a:gd name="connsiteY4dup0" fmla="*/ 0 h 1377388"/>
              <a:gd name="connsiteX0dup0dup1" fmla="*/ 0 w 3416001"/>
              <a:gd name="connsiteY0dup0dup1" fmla="*/ 0 h 1377388"/>
              <a:gd name="connsiteX1dup0dup1" fmla="*/ 3416001 w 3416001"/>
              <a:gd name="connsiteY1dup0dup1" fmla="*/ 19050 h 1377388"/>
              <a:gd name="connsiteX2dup0dup1" fmla="*/ 3416001 w 3416001"/>
              <a:gd name="connsiteY2dup0dup1" fmla="*/ 1377388 h 1377388"/>
              <a:gd name="connsiteX3dup0dup1" fmla="*/ 645174 w 3416001"/>
              <a:gd name="connsiteY3dup0dup1" fmla="*/ 1358338 h 1377388"/>
              <a:gd name="connsiteX4dup0dup1" fmla="*/ 0 w 3416001"/>
              <a:gd name="connsiteY4dup0dup1" fmla="*/ 0 h 1377388"/>
            </a:gdLst>
            <a:ahLst/>
            <a:cxnLst>
              <a:cxn ang="0">
                <a:pos x="connsiteX0dup0dup1" y="connsiteY0dup0dup1"/>
              </a:cxn>
              <a:cxn ang="0">
                <a:pos x="connsiteX1dup0dup1" y="connsiteY1dup0dup1"/>
              </a:cxn>
              <a:cxn ang="0">
                <a:pos x="connsiteX2dup0dup1" y="connsiteY2dup0dup1"/>
              </a:cxn>
              <a:cxn ang="0">
                <a:pos x="connsiteX3dup0dup1" y="connsiteY3dup0dup1"/>
              </a:cxn>
              <a:cxn ang="0">
                <a:pos x="connsiteX4dup0dup1" y="connsiteY4dup0dup1"/>
              </a:cxn>
            </a:cxnLst>
            <a:rect l="l" t="t" r="r" b="b"/>
            <a:pathLst>
              <a:path w="3416001" h="1377388">
                <a:moveTo>
                  <a:pt x="0" y="0"/>
                </a:moveTo>
                <a:lnTo>
                  <a:pt x="3416001" y="19050"/>
                </a:lnTo>
                <a:lnTo>
                  <a:pt x="3416001" y="1377388"/>
                </a:lnTo>
                <a:lnTo>
                  <a:pt x="645174" y="135833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71500" dist="762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pic>
        <p:nvPicPr>
          <p:cNvPr id="15" name="Picture 14" descr="Logo&#10;&#10;Description automatically generated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43742" y="2159618"/>
            <a:ext cx="2238703" cy="85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03762"/>
      </p:ext>
    </p:extLst>
  </p:cSld>
  <p:clrMapOvr>
    <a:masterClrMapping/>
  </p:clrMapOvr>
  <p:transition advTm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rcRect l="-1" r="-135"/>
          <a:stretch>
            <a:fillRect/>
          </a:stretch>
        </p:blipFill>
        <p:spPr>
          <a:xfrm>
            <a:off x="-24064" y="0"/>
            <a:ext cx="12250271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618961"/>
      </p:ext>
    </p:extLst>
  </p:cSld>
  <p:clrMapOvr>
    <a:masterClrMapping/>
  </p:clrMapOvr>
  <p:transition advTm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idx="1"/>
          </p:nvPr>
        </p:nvSpPr>
        <p:spPr>
          <a:xfrm>
            <a:off x="470263" y="1196404"/>
            <a:ext cx="11526433" cy="54864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564773" y="3429505"/>
            <a:ext cx="5432614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2200" y="3429505"/>
            <a:ext cx="5526741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8227818"/>
      </p:ext>
    </p:extLst>
  </p:cSld>
  <p:clrMapOvr>
    <a:masterClrMapping/>
  </p:clrMapOvr>
  <p:transition advTm="0"/>
  <p:extLst>
    <p:ext uri="{DCECCB84-F9BA-43D5-87BE-67443E8EF086}">
      <p15:sldGuideLst xmlns:p15="http://schemas.microsoft.com/office/powerpoint/2012/main">
        <p15:guide id="1" orient="horz" pos="417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794029"/>
      </p:ext>
    </p:extLst>
  </p:cSld>
  <p:clrMapOvr>
    <a:masterClrMapping/>
  </p:clrMapOvr>
  <p:transition advTm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9589" y="3429505"/>
            <a:ext cx="5042645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2200" y="3429505"/>
            <a:ext cx="5526741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4"/>
          </p:nvPr>
        </p:nvSpPr>
        <p:spPr>
          <a:xfrm>
            <a:off x="739589" y="914906"/>
            <a:ext cx="10959352" cy="52393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2808742"/>
      </p:ext>
    </p:extLst>
  </p:cSld>
  <p:clrMapOvr>
    <a:masterClrMapping/>
  </p:clrMapOvr>
  <p:transition advTm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043840"/>
      </p:ext>
    </p:extLst>
  </p:cSld>
  <p:clrMapOvr>
    <a:masterClrMapping/>
  </p:clrMapOvr>
  <p:transition advTm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238846"/>
      </p:ext>
    </p:extLst>
  </p:cSld>
  <p:clrMapOvr>
    <a:masterClrMapping/>
  </p:clrMapOvr>
  <p:transition advTm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101922"/>
      </p:ext>
    </p:extLst>
  </p:cSld>
  <p:clrMapOvr>
    <a:masterClrMapping/>
  </p:clrMapOvr>
  <p:transition advTm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-112514"/>
            <a:ext cx="12192000" cy="69705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548828"/>
      </p:ext>
    </p:extLst>
  </p:cSld>
  <p:clrMapOvr>
    <a:masterClrMapping/>
  </p:clrMapOvr>
  <p:transition advTm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-125506"/>
            <a:ext cx="12207145" cy="698350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-143435"/>
            <a:ext cx="12192000" cy="7001435"/>
          </a:xfrm>
          <a:prstGeom prst="rect">
            <a:avLst/>
          </a:prstGeom>
          <a:solidFill>
            <a:srgbClr val="262626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1183341"/>
            <a:ext cx="88741" cy="5692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470647" cy="1183341"/>
          </a:xfrm>
          <a:prstGeom prst="rect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" y="3657600"/>
            <a:ext cx="282388" cy="1277471"/>
          </a:xfrm>
          <a:prstGeom prst="rect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201701" y="3271364"/>
            <a:ext cx="0" cy="3051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9428" y="5107195"/>
            <a:ext cx="86061" cy="1215614"/>
          </a:xfrm>
          <a:prstGeom prst="rect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158673" y="3224608"/>
            <a:ext cx="96816" cy="96816"/>
          </a:xfrm>
          <a:prstGeom prst="ellipse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499093"/>
      </p:ext>
    </p:extLst>
  </p:cSld>
  <p:clrMapOvr>
    <a:masterClrMapping/>
  </p:clrMapOvr>
  <p:transition advTm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925950"/>
      </p:ext>
    </p:extLst>
  </p:cSld>
  <p:clrMapOvr>
    <a:masterClrMapping/>
  </p:clrMapOvr>
  <p:transition advTm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44847"/>
      </p:ext>
    </p:extLst>
  </p:cSld>
  <p:clrMapOvr>
    <a:masterClrMapping/>
  </p:clrMapOvr>
  <p:transition advTm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79133"/>
      </p:ext>
    </p:extLst>
  </p:cSld>
  <p:clrMapOvr>
    <a:masterClrMapping/>
  </p:clrMapOvr>
  <p:transition advTm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4475" y="3125632"/>
            <a:ext cx="7714506" cy="972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283646" y="6338382"/>
            <a:ext cx="2743200" cy="24622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8E7BF994-0423-474E-96A6-CE1324369848}" type="slidenum">
              <a:rPr lang="en-US"/>
              <a:t>‹#›</a:t>
            </a:fld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89659" y="2960797"/>
            <a:ext cx="1421518" cy="1302137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IN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3202826" y="2683629"/>
            <a:ext cx="1" cy="18564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37900"/>
      </p:ext>
    </p:extLst>
  </p:cSld>
  <p:clrMapOvr>
    <a:masterClrMapping/>
  </p:clrMapOvr>
  <p:transition advTm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rcRect l="-1" r="-135"/>
          <a:stretch>
            <a:fillRect/>
          </a:stretch>
        </p:blipFill>
        <p:spPr>
          <a:xfrm>
            <a:off x="-24064" y="0"/>
            <a:ext cx="12250271" cy="635635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582370" y="2817287"/>
            <a:ext cx="7714506" cy="9724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068394" y="2652452"/>
            <a:ext cx="1421518" cy="1302137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053972" y="2498120"/>
            <a:ext cx="0" cy="1610801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984083"/>
      </p:ext>
    </p:extLst>
  </p:cSld>
  <p:clrMapOvr>
    <a:masterClrMapping/>
  </p:clrMapOvr>
  <p:transition advTm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rcRect l="-1" r="-135"/>
          <a:stretch>
            <a:fillRect/>
          </a:stretch>
        </p:blipFill>
        <p:spPr>
          <a:xfrm>
            <a:off x="-24064" y="0"/>
            <a:ext cx="12250271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54877"/>
      </p:ext>
    </p:extLst>
  </p:cSld>
  <p:clrMapOvr>
    <a:masterClrMapping/>
  </p:clrMapOvr>
  <p:transition advTm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75" y="76128"/>
            <a:ext cx="10453025" cy="954691"/>
          </a:xfrm>
          <a:prstGeom prst="rect">
            <a:avLst/>
          </a:prstGeom>
        </p:spPr>
        <p:txBody>
          <a:bodyPr anchor="ctr"/>
          <a:lstStyle>
            <a:lvl1pPr marL="271448" indent="0">
              <a:defRPr sz="23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456713"/>
      </p:ext>
    </p:extLst>
  </p:cSld>
  <p:clrMapOvr>
    <a:masterClrMapping/>
  </p:clrMapOvr>
  <p:transition spd="slow" advTm="0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idx="1"/>
          </p:nvPr>
        </p:nvSpPr>
        <p:spPr>
          <a:xfrm>
            <a:off x="470263" y="1196404"/>
            <a:ext cx="11526433" cy="54864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564773" y="3429505"/>
            <a:ext cx="5432614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2200" y="3429505"/>
            <a:ext cx="5526741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773" y="206058"/>
            <a:ext cx="10515600" cy="480255"/>
          </a:xfrm>
        </p:spPr>
        <p:txBody>
          <a:bodyPr anchor="b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Parallelogram 9"/>
          <p:cNvSpPr/>
          <p:nvPr/>
        </p:nvSpPr>
        <p:spPr>
          <a:xfrm>
            <a:off x="1574" y="88638"/>
            <a:ext cx="4619624" cy="685800"/>
          </a:xfrm>
          <a:custGeom>
            <a:avLst/>
            <a:gdLst>
              <a:gd name="connsiteX0" fmla="*/ 0 w 3992638"/>
              <a:gd name="connsiteY0" fmla="*/ 685800 h 685800"/>
              <a:gd name="connsiteX1" fmla="*/ 0 w 3992638"/>
              <a:gd name="connsiteY1" fmla="*/ 0 h 685800"/>
              <a:gd name="connsiteX2" fmla="*/ 3992638 w 3992638"/>
              <a:gd name="connsiteY2" fmla="*/ 0 h 685800"/>
              <a:gd name="connsiteX3" fmla="*/ 3992638 w 3992638"/>
              <a:gd name="connsiteY3" fmla="*/ 685800 h 685800"/>
              <a:gd name="connsiteX4" fmla="*/ 0 w 3992638"/>
              <a:gd name="connsiteY4" fmla="*/ 685800 h 685800"/>
              <a:gd name="connsiteX0dup0" fmla="*/ 0 w 3992638"/>
              <a:gd name="connsiteY0dup0" fmla="*/ 685800 h 685800"/>
              <a:gd name="connsiteX1dup0" fmla="*/ 0 w 3992638"/>
              <a:gd name="connsiteY1dup0" fmla="*/ 0 h 685800"/>
              <a:gd name="connsiteX2dup0" fmla="*/ 3992638 w 3992638"/>
              <a:gd name="connsiteY2dup0" fmla="*/ 0 h 685800"/>
              <a:gd name="connsiteX3dup0" fmla="*/ 3344938 w 3992638"/>
              <a:gd name="connsiteY3dup0" fmla="*/ 673100 h 685800"/>
              <a:gd name="connsiteX4dup0" fmla="*/ 0 w 3992638"/>
              <a:gd name="connsiteY4dup0" fmla="*/ 685800 h 685800"/>
              <a:gd name="connsiteX0dup0dup1" fmla="*/ 0 w 3765471"/>
              <a:gd name="connsiteY0dup0dup1" fmla="*/ 685800 h 685800"/>
              <a:gd name="connsiteX1dup0dup1" fmla="*/ 0 w 3765471"/>
              <a:gd name="connsiteY1dup0dup1" fmla="*/ 0 h 685800"/>
              <a:gd name="connsiteX2dup0dup1" fmla="*/ 3765471 w 3765471"/>
              <a:gd name="connsiteY2dup0dup1" fmla="*/ 0 h 685800"/>
              <a:gd name="connsiteX3dup0dup1" fmla="*/ 3344938 w 3765471"/>
              <a:gd name="connsiteY3dup0dup1" fmla="*/ 673100 h 685800"/>
              <a:gd name="connsiteX4dup0dup1" fmla="*/ 0 w 3765471"/>
              <a:gd name="connsiteY4dup0dup1" fmla="*/ 685800 h 685800"/>
              <a:gd name="connsiteX0dup0dup1dup2" fmla="*/ 0 w 3765471"/>
              <a:gd name="connsiteY0dup0dup1dup2" fmla="*/ 685800 h 685800"/>
              <a:gd name="connsiteX1dup0dup1dup2" fmla="*/ 251354 w 3765471"/>
              <a:gd name="connsiteY1dup0dup1dup2" fmla="*/ 0 h 685800"/>
              <a:gd name="connsiteX2dup0dup1dup2" fmla="*/ 3765471 w 3765471"/>
              <a:gd name="connsiteY2dup0dup1dup2" fmla="*/ 0 h 685800"/>
              <a:gd name="connsiteX3dup0dup1dup2" fmla="*/ 3344938 w 3765471"/>
              <a:gd name="connsiteY3dup0dup1dup2" fmla="*/ 673100 h 685800"/>
              <a:gd name="connsiteX4dup0dup1dup2" fmla="*/ 0 w 3765471"/>
              <a:gd name="connsiteY4dup0dup1dup2" fmla="*/ 685800 h 685800"/>
              <a:gd name="connsiteX0dup0dup1dup2dup3" fmla="*/ 4833 w 3514117"/>
              <a:gd name="connsiteY0dup0dup1dup2dup3" fmla="*/ 685800 h 685800"/>
              <a:gd name="connsiteX1dup0dup1dup2dup3" fmla="*/ 0 w 3514117"/>
              <a:gd name="connsiteY1dup0dup1dup2dup3" fmla="*/ 0 h 685800"/>
              <a:gd name="connsiteX2dup0dup1dup2dup3" fmla="*/ 3514117 w 3514117"/>
              <a:gd name="connsiteY2dup0dup1dup2dup3" fmla="*/ 0 h 685800"/>
              <a:gd name="connsiteX3dup0dup1dup2dup3" fmla="*/ 3093584 w 3514117"/>
              <a:gd name="connsiteY3dup0dup1dup2dup3" fmla="*/ 673100 h 685800"/>
              <a:gd name="connsiteX4dup0dup1dup2dup3" fmla="*/ 4833 w 3514117"/>
              <a:gd name="connsiteY4dup0dup1dup2dup3" fmla="*/ 685800 h 685800"/>
              <a:gd name="connsiteX0dup0dup1dup2dup3dup4" fmla="*/ 3021 w 3514117"/>
              <a:gd name="connsiteY0dup0dup1dup2dup3dup4" fmla="*/ 685800 h 685800"/>
              <a:gd name="connsiteX1dup0dup1dup2dup3dup4" fmla="*/ 0 w 3514117"/>
              <a:gd name="connsiteY1dup0dup1dup2dup3dup4" fmla="*/ 0 h 685800"/>
              <a:gd name="connsiteX2dup0dup1dup2dup3dup4" fmla="*/ 3514117 w 3514117"/>
              <a:gd name="connsiteY2dup0dup1dup2dup3dup4" fmla="*/ 0 h 685800"/>
              <a:gd name="connsiteX3dup0dup1dup2dup3dup4" fmla="*/ 3093584 w 3514117"/>
              <a:gd name="connsiteY3dup0dup1dup2dup3dup4" fmla="*/ 673100 h 685800"/>
              <a:gd name="connsiteX4dup0dup1dup2dup3dup4" fmla="*/ 3021 w 3514117"/>
              <a:gd name="connsiteY4dup0dup1dup2dup3dup4" fmla="*/ 685800 h 685800"/>
              <a:gd name="connsiteX0dup0dup1dup2dup3dup4dup5" fmla="*/ 0 w 3516534"/>
              <a:gd name="connsiteY0dup0dup1dup2dup3dup4dup5" fmla="*/ 685800 h 685800"/>
              <a:gd name="connsiteX1dup0dup1dup2dup3dup4dup5" fmla="*/ 2417 w 3516534"/>
              <a:gd name="connsiteY1dup0dup1dup2dup3dup4dup5" fmla="*/ 0 h 685800"/>
              <a:gd name="connsiteX2dup0dup1dup2dup3dup4dup5" fmla="*/ 3516534 w 3516534"/>
              <a:gd name="connsiteY2dup0dup1dup2dup3dup4dup5" fmla="*/ 0 h 685800"/>
              <a:gd name="connsiteX3dup0dup1dup2dup3dup4dup5" fmla="*/ 3096001 w 3516534"/>
              <a:gd name="connsiteY3dup0dup1dup2dup3dup4dup5" fmla="*/ 673100 h 685800"/>
              <a:gd name="connsiteX4dup0dup1dup2dup3dup4dup5" fmla="*/ 0 w 3516534"/>
              <a:gd name="connsiteY4dup0dup1dup2dup3dup4dup5" fmla="*/ 685800 h 685800"/>
            </a:gdLst>
            <a:ahLst/>
            <a:cxnLst>
              <a:cxn ang="0">
                <a:pos x="connsiteX0dup0dup1dup2dup3dup4dup5" y="connsiteY0dup0dup1dup2dup3dup4dup5"/>
              </a:cxn>
              <a:cxn ang="0">
                <a:pos x="connsiteX1dup0dup1dup2dup3dup4dup5" y="connsiteY1dup0dup1dup2dup3dup4dup5"/>
              </a:cxn>
              <a:cxn ang="0">
                <a:pos x="connsiteX2dup0dup1dup2dup3dup4dup5" y="connsiteY2dup0dup1dup2dup3dup4dup5"/>
              </a:cxn>
              <a:cxn ang="0">
                <a:pos x="connsiteX3dup0dup1dup2dup3dup4dup5" y="connsiteY3dup0dup1dup2dup3dup4dup5"/>
              </a:cxn>
              <a:cxn ang="0">
                <a:pos x="connsiteX4dup0dup1dup2dup3dup4dup5" y="connsiteY4dup0dup1dup2dup3dup4dup5"/>
              </a:cxn>
            </a:cxnLst>
            <a:rect l="l" t="t" r="r" b="b"/>
            <a:pathLst>
              <a:path w="3516534" h="685800">
                <a:moveTo>
                  <a:pt x="0" y="685800"/>
                </a:moveTo>
                <a:cubicBezTo>
                  <a:pt x="806" y="457200"/>
                  <a:pt x="1611" y="228600"/>
                  <a:pt x="2417" y="0"/>
                </a:cubicBezTo>
                <a:lnTo>
                  <a:pt x="3516534" y="0"/>
                </a:lnTo>
                <a:lnTo>
                  <a:pt x="3096001" y="673100"/>
                </a:lnTo>
                <a:lnTo>
                  <a:pt x="0" y="685800"/>
                </a:lnTo>
                <a:close/>
              </a:path>
            </a:pathLst>
          </a:custGeom>
          <a:solidFill>
            <a:srgbClr val="E63946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9871912"/>
      </p:ext>
    </p:extLst>
  </p:cSld>
  <p:clrMapOvr>
    <a:masterClrMapping/>
  </p:clrMapOvr>
  <p:transition advTm="0"/>
  <p:extLst>
    <p:ext uri="{DCECCB84-F9BA-43D5-87BE-67443E8EF086}">
      <p15:sldGuideLst xmlns:p15="http://schemas.microsoft.com/office/powerpoint/2012/main">
        <p15:guide id="1" orient="horz" pos="4008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with text">
    <p:bg>
      <p:bgPr>
        <a:solidFill>
          <a:srgbClr val="A7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61364"/>
            <a:ext cx="12812076" cy="7019364"/>
            <a:chOff x="0" y="-161364"/>
            <a:chExt cx="12812076" cy="7019364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-125506"/>
              <a:ext cx="12207145" cy="6983506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0" y="-143435"/>
              <a:ext cx="12192000" cy="7001435"/>
            </a:xfrm>
            <a:prstGeom prst="rect">
              <a:avLst/>
            </a:prstGeom>
            <a:solidFill>
              <a:srgbClr val="262626">
                <a:alpha val="63000"/>
              </a:srgbClr>
            </a:solidFill>
            <a:ln>
              <a:noFill/>
            </a:ln>
            <a:effectLst>
              <a:outerShdw blurRad="50800" dist="50800" dir="5400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/>
              <a:endParaRPr lang="en-US" dirty="0"/>
            </a:p>
          </p:txBody>
        </p:sp>
        <p:grpSp>
          <p:nvGrpSpPr>
            <p:cNvPr id="10" name="Group 9"/>
            <p:cNvGrpSpPr/>
            <p:nvPr/>
          </p:nvGrpSpPr>
          <p:grpSpPr>
            <a:xfrm flipH="1">
              <a:off x="5181600" y="-161364"/>
              <a:ext cx="7025545" cy="6024282"/>
              <a:chOff x="-15145" y="-143435"/>
              <a:chExt cx="7025545" cy="6024282"/>
            </a:xfrm>
          </p:grpSpPr>
          <p:sp>
            <p:nvSpPr>
              <p:cNvPr id="19" name="Rectangle 3"/>
              <p:cNvSpPr/>
              <p:nvPr/>
            </p:nvSpPr>
            <p:spPr>
              <a:xfrm>
                <a:off x="537883" y="-143435"/>
                <a:ext cx="6472517" cy="6024282"/>
              </a:xfrm>
              <a:custGeom>
                <a:avLst/>
                <a:gdLst>
                  <a:gd name="connsiteX0" fmla="*/ 0 w 6472517"/>
                  <a:gd name="connsiteY0" fmla="*/ 0 h 5970494"/>
                  <a:gd name="connsiteX1" fmla="*/ 6472517 w 6472517"/>
                  <a:gd name="connsiteY1" fmla="*/ 0 h 5970494"/>
                  <a:gd name="connsiteX2" fmla="*/ 6472517 w 6472517"/>
                  <a:gd name="connsiteY2" fmla="*/ 5970494 h 5970494"/>
                  <a:gd name="connsiteX3" fmla="*/ 0 w 6472517"/>
                  <a:gd name="connsiteY3" fmla="*/ 5970494 h 5970494"/>
                  <a:gd name="connsiteX4" fmla="*/ 0 w 6472517"/>
                  <a:gd name="connsiteY4" fmla="*/ 0 h 5970494"/>
                  <a:gd name="connsiteX0dup0" fmla="*/ 0 w 6472517"/>
                  <a:gd name="connsiteY0dup0" fmla="*/ 0 h 6024282"/>
                  <a:gd name="connsiteX1dup0" fmla="*/ 6472517 w 6472517"/>
                  <a:gd name="connsiteY1dup0" fmla="*/ 0 h 6024282"/>
                  <a:gd name="connsiteX2dup0" fmla="*/ 6472517 w 6472517"/>
                  <a:gd name="connsiteY2dup0" fmla="*/ 5970494 h 6024282"/>
                  <a:gd name="connsiteX3dup0" fmla="*/ 1972235 w 6472517"/>
                  <a:gd name="connsiteY3dup0" fmla="*/ 6024282 h 6024282"/>
                  <a:gd name="connsiteX4dup0" fmla="*/ 0 w 6472517"/>
                  <a:gd name="connsiteY4dup0" fmla="*/ 0 h 6024282"/>
                  <a:gd name="connsiteX0dup0dup1" fmla="*/ 0 w 6472517"/>
                  <a:gd name="connsiteY0dup0dup1" fmla="*/ 0 h 6024282"/>
                  <a:gd name="connsiteX1dup0dup1" fmla="*/ 4356847 w 6472517"/>
                  <a:gd name="connsiteY1dup0dup1" fmla="*/ 17929 h 6024282"/>
                  <a:gd name="connsiteX2dup0dup1" fmla="*/ 6472517 w 6472517"/>
                  <a:gd name="connsiteY2dup0dup1" fmla="*/ 5970494 h 6024282"/>
                  <a:gd name="connsiteX3dup0dup1" fmla="*/ 1972235 w 6472517"/>
                  <a:gd name="connsiteY3dup0dup1" fmla="*/ 6024282 h 6024282"/>
                  <a:gd name="connsiteX4dup0dup1" fmla="*/ 0 w 6472517"/>
                  <a:gd name="connsiteY4dup0dup1" fmla="*/ 0 h 6024282"/>
                </a:gdLst>
                <a:ahLst/>
                <a:cxnLst>
                  <a:cxn ang="0">
                    <a:pos x="connsiteX0dup0dup1" y="connsiteY0dup0dup1"/>
                  </a:cxn>
                  <a:cxn ang="0">
                    <a:pos x="connsiteX1dup0dup1" y="connsiteY1dup0dup1"/>
                  </a:cxn>
                  <a:cxn ang="0">
                    <a:pos x="connsiteX2dup0dup1" y="connsiteY2dup0dup1"/>
                  </a:cxn>
                  <a:cxn ang="0">
                    <a:pos x="connsiteX3dup0dup1" y="connsiteY3dup0dup1"/>
                  </a:cxn>
                  <a:cxn ang="0">
                    <a:pos x="connsiteX4dup0dup1" y="connsiteY4dup0dup1"/>
                  </a:cxn>
                </a:cxnLst>
                <a:rect l="l" t="t" r="r" b="b"/>
                <a:pathLst>
                  <a:path w="6472517" h="6024282">
                    <a:moveTo>
                      <a:pt x="0" y="0"/>
                    </a:moveTo>
                    <a:lnTo>
                      <a:pt x="4356847" y="17929"/>
                    </a:lnTo>
                    <a:lnTo>
                      <a:pt x="6472517" y="5970494"/>
                    </a:lnTo>
                    <a:lnTo>
                      <a:pt x="1972235" y="6024282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6000"/>
                      <a:alpha val="68000"/>
                    </a:schemeClr>
                  </a:gs>
                  <a:gs pos="59000">
                    <a:srgbClr val="262626">
                      <a:alpha val="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pPr algn="ctr"/>
                <a:endParaRPr lang="en-US" dirty="0"/>
              </a:p>
            </p:txBody>
          </p:sp>
          <p:sp>
            <p:nvSpPr>
              <p:cNvPr id="20" name="Rectangle 5"/>
              <p:cNvSpPr/>
              <p:nvPr/>
            </p:nvSpPr>
            <p:spPr>
              <a:xfrm>
                <a:off x="-15145" y="-125506"/>
                <a:ext cx="3321424" cy="5970494"/>
              </a:xfrm>
              <a:custGeom>
                <a:avLst/>
                <a:gdLst>
                  <a:gd name="connsiteX0" fmla="*/ 0 w 3321424"/>
                  <a:gd name="connsiteY0" fmla="*/ 0 h 5970494"/>
                  <a:gd name="connsiteX1" fmla="*/ 3321424 w 3321424"/>
                  <a:gd name="connsiteY1" fmla="*/ 0 h 5970494"/>
                  <a:gd name="connsiteX2" fmla="*/ 3321424 w 3321424"/>
                  <a:gd name="connsiteY2" fmla="*/ 5970494 h 5970494"/>
                  <a:gd name="connsiteX3" fmla="*/ 0 w 3321424"/>
                  <a:gd name="connsiteY3" fmla="*/ 5970494 h 5970494"/>
                  <a:gd name="connsiteX4" fmla="*/ 0 w 3321424"/>
                  <a:gd name="connsiteY4" fmla="*/ 0 h 5970494"/>
                  <a:gd name="connsiteX0dup0" fmla="*/ 0 w 3321424"/>
                  <a:gd name="connsiteY0dup0" fmla="*/ 0 h 5970494"/>
                  <a:gd name="connsiteX1dup0" fmla="*/ 1546412 w 3321424"/>
                  <a:gd name="connsiteY1dup0" fmla="*/ 0 h 5970494"/>
                  <a:gd name="connsiteX2dup0" fmla="*/ 3321424 w 3321424"/>
                  <a:gd name="connsiteY2dup0" fmla="*/ 5970494 h 5970494"/>
                  <a:gd name="connsiteX3dup0" fmla="*/ 0 w 3321424"/>
                  <a:gd name="connsiteY3dup0" fmla="*/ 5970494 h 5970494"/>
                  <a:gd name="connsiteX4dup0" fmla="*/ 0 w 3321424"/>
                  <a:gd name="connsiteY4dup0" fmla="*/ 0 h 5970494"/>
                  <a:gd name="connsiteX0dup0dup1" fmla="*/ 0 w 3321424"/>
                  <a:gd name="connsiteY0dup0dup1" fmla="*/ 0 h 5970494"/>
                  <a:gd name="connsiteX1dup0dup1" fmla="*/ 1546412 w 3321424"/>
                  <a:gd name="connsiteY1dup0dup1" fmla="*/ 0 h 5970494"/>
                  <a:gd name="connsiteX2dup0dup1" fmla="*/ 3321424 w 3321424"/>
                  <a:gd name="connsiteY2dup0dup1" fmla="*/ 5970494 h 5970494"/>
                  <a:gd name="connsiteX3dup0dup1" fmla="*/ 1183341 w 3321424"/>
                  <a:gd name="connsiteY3dup0dup1" fmla="*/ 5952564 h 5970494"/>
                  <a:gd name="connsiteX4dup0dup1" fmla="*/ 0 w 3321424"/>
                  <a:gd name="connsiteY4dup0dup1" fmla="*/ 0 h 5970494"/>
                </a:gdLst>
                <a:ahLst/>
                <a:cxnLst>
                  <a:cxn ang="0">
                    <a:pos x="connsiteX0dup0dup1" y="connsiteY0dup0dup1"/>
                  </a:cxn>
                  <a:cxn ang="0">
                    <a:pos x="connsiteX1dup0dup1" y="connsiteY1dup0dup1"/>
                  </a:cxn>
                  <a:cxn ang="0">
                    <a:pos x="connsiteX2dup0dup1" y="connsiteY2dup0dup1"/>
                  </a:cxn>
                  <a:cxn ang="0">
                    <a:pos x="connsiteX3dup0dup1" y="connsiteY3dup0dup1"/>
                  </a:cxn>
                  <a:cxn ang="0">
                    <a:pos x="connsiteX4dup0dup1" y="connsiteY4dup0dup1"/>
                  </a:cxn>
                </a:cxnLst>
                <a:rect l="l" t="t" r="r" b="b"/>
                <a:pathLst>
                  <a:path w="3321424" h="5970494">
                    <a:moveTo>
                      <a:pt x="0" y="0"/>
                    </a:moveTo>
                    <a:lnTo>
                      <a:pt x="1546412" y="0"/>
                    </a:lnTo>
                    <a:lnTo>
                      <a:pt x="3321424" y="5970494"/>
                    </a:lnTo>
                    <a:lnTo>
                      <a:pt x="1183341" y="5952564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6000"/>
                      <a:alpha val="68000"/>
                    </a:schemeClr>
                  </a:gs>
                  <a:gs pos="59000">
                    <a:srgbClr val="262626">
                      <a:alpha val="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1564474" y="3188181"/>
              <a:ext cx="3810354" cy="8237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en-US" sz="4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THANK YOU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785564" y="1976013"/>
              <a:ext cx="4406436" cy="1172220"/>
            </a:xfrm>
            <a:prstGeom prst="rect">
              <a:avLst/>
            </a:prstGeom>
            <a:solidFill>
              <a:srgbClr val="A720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/>
              <a:endParaRPr lang="en-US" dirty="0"/>
            </a:p>
          </p:txBody>
        </p:sp>
        <p:sp>
          <p:nvSpPr>
            <p:cNvPr id="13" name="Text Placeholder 6"/>
            <p:cNvSpPr txBox="1"/>
            <p:nvPr/>
          </p:nvSpPr>
          <p:spPr>
            <a:xfrm>
              <a:off x="7293926" y="1137076"/>
              <a:ext cx="5518150" cy="798991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IN" sz="3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Contact Us</a:t>
              </a:r>
            </a:p>
          </p:txBody>
        </p:sp>
        <p:sp>
          <p:nvSpPr>
            <p:cNvPr id="14" name="Text Placeholder 8"/>
            <p:cNvSpPr txBox="1"/>
            <p:nvPr/>
          </p:nvSpPr>
          <p:spPr>
            <a:xfrm>
              <a:off x="7265576" y="3411730"/>
              <a:ext cx="4815588" cy="2227637"/>
            </a:xfrm>
            <a:prstGeom prst="rect">
              <a:avLst/>
            </a:prstGeom>
          </p:spPr>
          <p:txBody>
            <a:bodyPr>
              <a:noAutofit/>
            </a:bodyPr>
            <a:lstStyle>
              <a:defPPr>
                <a:defRPr lang="en-US"/>
              </a:defPPr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sz="2000" b="1" dirty="0">
                  <a:solidFill>
                    <a:srgbClr val="A720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REFRACT CONSULTING LLC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401 West A Street,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Suite 200, San Diego,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 92101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(M): +1 (323) 544 5743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(E): </a:t>
              </a:r>
              <a:r>
                <a:rPr lang="en-GB" sz="2000" b="0" i="0" u="none" strike="noStrike" kern="1200" cap="none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Arial"/>
                  <a:hlinkClick r:id="rId3"/>
                </a:rPr>
                <a:t>info@refractconsulting.com</a:t>
              </a:r>
              <a:r>
                <a:rPr lang="en-GB" sz="2000" b="0" i="0" u="none" strike="noStrike" kern="1200" cap="none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Arial"/>
                </a:rPr>
                <a:t>  </a:t>
              </a:r>
            </a:p>
          </p:txBody>
        </p:sp>
      </p:grpSp>
      <p:sp>
        <p:nvSpPr>
          <p:cNvPr id="21" name="Rectangle 1"/>
          <p:cNvSpPr/>
          <p:nvPr/>
        </p:nvSpPr>
        <p:spPr>
          <a:xfrm flipH="1">
            <a:off x="7344786" y="1953996"/>
            <a:ext cx="3081865" cy="1234184"/>
          </a:xfrm>
          <a:custGeom>
            <a:avLst/>
            <a:gdLst>
              <a:gd name="connsiteX0" fmla="*/ 0 w 2939751"/>
              <a:gd name="connsiteY0" fmla="*/ 0 h 1358338"/>
              <a:gd name="connsiteX1" fmla="*/ 2939751 w 2939751"/>
              <a:gd name="connsiteY1" fmla="*/ 0 h 1358338"/>
              <a:gd name="connsiteX2" fmla="*/ 2939751 w 2939751"/>
              <a:gd name="connsiteY2" fmla="*/ 1358338 h 1358338"/>
              <a:gd name="connsiteX3" fmla="*/ 0 w 2939751"/>
              <a:gd name="connsiteY3" fmla="*/ 1358338 h 1358338"/>
              <a:gd name="connsiteX4" fmla="*/ 0 w 2939751"/>
              <a:gd name="connsiteY4" fmla="*/ 0 h 1358338"/>
              <a:gd name="connsiteX0dup0" fmla="*/ 0 w 3416001"/>
              <a:gd name="connsiteY0dup0" fmla="*/ 0 h 1377388"/>
              <a:gd name="connsiteX1dup0" fmla="*/ 3416001 w 3416001"/>
              <a:gd name="connsiteY1dup0" fmla="*/ 19050 h 1377388"/>
              <a:gd name="connsiteX2dup0" fmla="*/ 3416001 w 3416001"/>
              <a:gd name="connsiteY2dup0" fmla="*/ 1377388 h 1377388"/>
              <a:gd name="connsiteX3dup0" fmla="*/ 476250 w 3416001"/>
              <a:gd name="connsiteY3dup0" fmla="*/ 1377388 h 1377388"/>
              <a:gd name="connsiteX4dup0" fmla="*/ 0 w 3416001"/>
              <a:gd name="connsiteY4dup0" fmla="*/ 0 h 1377388"/>
              <a:gd name="connsiteX0dup0dup1" fmla="*/ 0 w 3416001"/>
              <a:gd name="connsiteY0dup0dup1" fmla="*/ 0 h 1377388"/>
              <a:gd name="connsiteX1dup0dup1" fmla="*/ 3416001 w 3416001"/>
              <a:gd name="connsiteY1dup0dup1" fmla="*/ 19050 h 1377388"/>
              <a:gd name="connsiteX2dup0dup1" fmla="*/ 3416001 w 3416001"/>
              <a:gd name="connsiteY2dup0dup1" fmla="*/ 1377388 h 1377388"/>
              <a:gd name="connsiteX3dup0dup1" fmla="*/ 645174 w 3416001"/>
              <a:gd name="connsiteY3dup0dup1" fmla="*/ 1358338 h 1377388"/>
              <a:gd name="connsiteX4dup0dup1" fmla="*/ 0 w 3416001"/>
              <a:gd name="connsiteY4dup0dup1" fmla="*/ 0 h 1377388"/>
            </a:gdLst>
            <a:ahLst/>
            <a:cxnLst>
              <a:cxn ang="0">
                <a:pos x="connsiteX0dup0dup1" y="connsiteY0dup0dup1"/>
              </a:cxn>
              <a:cxn ang="0">
                <a:pos x="connsiteX1dup0dup1" y="connsiteY1dup0dup1"/>
              </a:cxn>
              <a:cxn ang="0">
                <a:pos x="connsiteX2dup0dup1" y="connsiteY2dup0dup1"/>
              </a:cxn>
              <a:cxn ang="0">
                <a:pos x="connsiteX3dup0dup1" y="connsiteY3dup0dup1"/>
              </a:cxn>
              <a:cxn ang="0">
                <a:pos x="connsiteX4dup0dup1" y="connsiteY4dup0dup1"/>
              </a:cxn>
            </a:cxnLst>
            <a:rect l="l" t="t" r="r" b="b"/>
            <a:pathLst>
              <a:path w="3416001" h="1377388">
                <a:moveTo>
                  <a:pt x="0" y="0"/>
                </a:moveTo>
                <a:lnTo>
                  <a:pt x="3416001" y="19050"/>
                </a:lnTo>
                <a:lnTo>
                  <a:pt x="3416001" y="1377388"/>
                </a:lnTo>
                <a:lnTo>
                  <a:pt x="645174" y="135833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71500" dist="762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pic>
        <p:nvPicPr>
          <p:cNvPr id="15" name="Picture 14" descr="Logo&#10;&#10;Description automatically generated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43742" y="2159618"/>
            <a:ext cx="2238703" cy="85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11193"/>
      </p:ext>
    </p:extLst>
  </p:cSld>
  <p:clrMapOvr>
    <a:masterClrMapping/>
  </p:clrMapOvr>
  <p:transition advTm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rcRect l="-1" r="-135"/>
          <a:stretch>
            <a:fillRect/>
          </a:stretch>
        </p:blipFill>
        <p:spPr>
          <a:xfrm>
            <a:off x="-24064" y="0"/>
            <a:ext cx="12250271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99437"/>
      </p:ext>
    </p:extLst>
  </p:cSld>
  <p:clrMapOvr>
    <a:masterClrMapping/>
  </p:clrMapOvr>
  <p:transition advTm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idx="1"/>
          </p:nvPr>
        </p:nvSpPr>
        <p:spPr>
          <a:xfrm>
            <a:off x="470263" y="1196404"/>
            <a:ext cx="11526433" cy="54864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564773" y="3429505"/>
            <a:ext cx="5432614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2200" y="3429505"/>
            <a:ext cx="5526741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773" y="231740"/>
            <a:ext cx="10515600" cy="528281"/>
          </a:xfrm>
        </p:spPr>
        <p:txBody>
          <a:bodyPr anchor="b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1631023" y="6603910"/>
            <a:ext cx="720001" cy="268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ctr" defTabSz="121909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746033-9F45-4508-8446-72AA2BBAAD2A}" type="slidenum">
              <a:rPr kumimoji="0" lang="en-US" altLang="ja-JP" sz="1066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jitsu Sans" panose="020B0404060202020204" pitchFamily="34" charset="0"/>
                <a:ea typeface="ＭＳ Ｐゴシック" charset="-128"/>
                <a:cs typeface="+mn-cs"/>
              </a:rPr>
              <a:t>‹#›</a:t>
            </a:fld>
            <a:endParaRPr kumimoji="0" lang="en-US" altLang="ja-JP" sz="1066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jitsu Sans" panose="020B040406020202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Parallelogram 9"/>
          <p:cNvSpPr/>
          <p:nvPr/>
        </p:nvSpPr>
        <p:spPr>
          <a:xfrm>
            <a:off x="1574" y="88638"/>
            <a:ext cx="4619624" cy="685800"/>
          </a:xfrm>
          <a:custGeom>
            <a:avLst/>
            <a:gdLst>
              <a:gd name="connsiteX0" fmla="*/ 0 w 3992638"/>
              <a:gd name="connsiteY0" fmla="*/ 685800 h 685800"/>
              <a:gd name="connsiteX1" fmla="*/ 0 w 3992638"/>
              <a:gd name="connsiteY1" fmla="*/ 0 h 685800"/>
              <a:gd name="connsiteX2" fmla="*/ 3992638 w 3992638"/>
              <a:gd name="connsiteY2" fmla="*/ 0 h 685800"/>
              <a:gd name="connsiteX3" fmla="*/ 3992638 w 3992638"/>
              <a:gd name="connsiteY3" fmla="*/ 685800 h 685800"/>
              <a:gd name="connsiteX4" fmla="*/ 0 w 3992638"/>
              <a:gd name="connsiteY4" fmla="*/ 685800 h 685800"/>
              <a:gd name="connsiteX0dup0" fmla="*/ 0 w 3992638"/>
              <a:gd name="connsiteY0dup0" fmla="*/ 685800 h 685800"/>
              <a:gd name="connsiteX1dup0" fmla="*/ 0 w 3992638"/>
              <a:gd name="connsiteY1dup0" fmla="*/ 0 h 685800"/>
              <a:gd name="connsiteX2dup0" fmla="*/ 3992638 w 3992638"/>
              <a:gd name="connsiteY2dup0" fmla="*/ 0 h 685800"/>
              <a:gd name="connsiteX3dup0" fmla="*/ 3344938 w 3992638"/>
              <a:gd name="connsiteY3dup0" fmla="*/ 673100 h 685800"/>
              <a:gd name="connsiteX4dup0" fmla="*/ 0 w 3992638"/>
              <a:gd name="connsiteY4dup0" fmla="*/ 685800 h 685800"/>
              <a:gd name="connsiteX0dup0dup1" fmla="*/ 0 w 3765471"/>
              <a:gd name="connsiteY0dup0dup1" fmla="*/ 685800 h 685800"/>
              <a:gd name="connsiteX1dup0dup1" fmla="*/ 0 w 3765471"/>
              <a:gd name="connsiteY1dup0dup1" fmla="*/ 0 h 685800"/>
              <a:gd name="connsiteX2dup0dup1" fmla="*/ 3765471 w 3765471"/>
              <a:gd name="connsiteY2dup0dup1" fmla="*/ 0 h 685800"/>
              <a:gd name="connsiteX3dup0dup1" fmla="*/ 3344938 w 3765471"/>
              <a:gd name="connsiteY3dup0dup1" fmla="*/ 673100 h 685800"/>
              <a:gd name="connsiteX4dup0dup1" fmla="*/ 0 w 3765471"/>
              <a:gd name="connsiteY4dup0dup1" fmla="*/ 685800 h 685800"/>
              <a:gd name="connsiteX0dup0dup1dup2" fmla="*/ 0 w 3765471"/>
              <a:gd name="connsiteY0dup0dup1dup2" fmla="*/ 685800 h 685800"/>
              <a:gd name="connsiteX1dup0dup1dup2" fmla="*/ 251354 w 3765471"/>
              <a:gd name="connsiteY1dup0dup1dup2" fmla="*/ 0 h 685800"/>
              <a:gd name="connsiteX2dup0dup1dup2" fmla="*/ 3765471 w 3765471"/>
              <a:gd name="connsiteY2dup0dup1dup2" fmla="*/ 0 h 685800"/>
              <a:gd name="connsiteX3dup0dup1dup2" fmla="*/ 3344938 w 3765471"/>
              <a:gd name="connsiteY3dup0dup1dup2" fmla="*/ 673100 h 685800"/>
              <a:gd name="connsiteX4dup0dup1dup2" fmla="*/ 0 w 3765471"/>
              <a:gd name="connsiteY4dup0dup1dup2" fmla="*/ 685800 h 685800"/>
              <a:gd name="connsiteX0dup0dup1dup2dup3" fmla="*/ 4833 w 3514117"/>
              <a:gd name="connsiteY0dup0dup1dup2dup3" fmla="*/ 685800 h 685800"/>
              <a:gd name="connsiteX1dup0dup1dup2dup3" fmla="*/ 0 w 3514117"/>
              <a:gd name="connsiteY1dup0dup1dup2dup3" fmla="*/ 0 h 685800"/>
              <a:gd name="connsiteX2dup0dup1dup2dup3" fmla="*/ 3514117 w 3514117"/>
              <a:gd name="connsiteY2dup0dup1dup2dup3" fmla="*/ 0 h 685800"/>
              <a:gd name="connsiteX3dup0dup1dup2dup3" fmla="*/ 3093584 w 3514117"/>
              <a:gd name="connsiteY3dup0dup1dup2dup3" fmla="*/ 673100 h 685800"/>
              <a:gd name="connsiteX4dup0dup1dup2dup3" fmla="*/ 4833 w 3514117"/>
              <a:gd name="connsiteY4dup0dup1dup2dup3" fmla="*/ 685800 h 685800"/>
              <a:gd name="connsiteX0dup0dup1dup2dup3dup4" fmla="*/ 3021 w 3514117"/>
              <a:gd name="connsiteY0dup0dup1dup2dup3dup4" fmla="*/ 685800 h 685800"/>
              <a:gd name="connsiteX1dup0dup1dup2dup3dup4" fmla="*/ 0 w 3514117"/>
              <a:gd name="connsiteY1dup0dup1dup2dup3dup4" fmla="*/ 0 h 685800"/>
              <a:gd name="connsiteX2dup0dup1dup2dup3dup4" fmla="*/ 3514117 w 3514117"/>
              <a:gd name="connsiteY2dup0dup1dup2dup3dup4" fmla="*/ 0 h 685800"/>
              <a:gd name="connsiteX3dup0dup1dup2dup3dup4" fmla="*/ 3093584 w 3514117"/>
              <a:gd name="connsiteY3dup0dup1dup2dup3dup4" fmla="*/ 673100 h 685800"/>
              <a:gd name="connsiteX4dup0dup1dup2dup3dup4" fmla="*/ 3021 w 3514117"/>
              <a:gd name="connsiteY4dup0dup1dup2dup3dup4" fmla="*/ 685800 h 685800"/>
              <a:gd name="connsiteX0dup0dup1dup2dup3dup4dup5" fmla="*/ 0 w 3516534"/>
              <a:gd name="connsiteY0dup0dup1dup2dup3dup4dup5" fmla="*/ 685800 h 685800"/>
              <a:gd name="connsiteX1dup0dup1dup2dup3dup4dup5" fmla="*/ 2417 w 3516534"/>
              <a:gd name="connsiteY1dup0dup1dup2dup3dup4dup5" fmla="*/ 0 h 685800"/>
              <a:gd name="connsiteX2dup0dup1dup2dup3dup4dup5" fmla="*/ 3516534 w 3516534"/>
              <a:gd name="connsiteY2dup0dup1dup2dup3dup4dup5" fmla="*/ 0 h 685800"/>
              <a:gd name="connsiteX3dup0dup1dup2dup3dup4dup5" fmla="*/ 3096001 w 3516534"/>
              <a:gd name="connsiteY3dup0dup1dup2dup3dup4dup5" fmla="*/ 673100 h 685800"/>
              <a:gd name="connsiteX4dup0dup1dup2dup3dup4dup5" fmla="*/ 0 w 3516534"/>
              <a:gd name="connsiteY4dup0dup1dup2dup3dup4dup5" fmla="*/ 685800 h 685800"/>
            </a:gdLst>
            <a:ahLst/>
            <a:cxnLst>
              <a:cxn ang="0">
                <a:pos x="connsiteX0dup0dup1dup2dup3dup4dup5" y="connsiteY0dup0dup1dup2dup3dup4dup5"/>
              </a:cxn>
              <a:cxn ang="0">
                <a:pos x="connsiteX1dup0dup1dup2dup3dup4dup5" y="connsiteY1dup0dup1dup2dup3dup4dup5"/>
              </a:cxn>
              <a:cxn ang="0">
                <a:pos x="connsiteX2dup0dup1dup2dup3dup4dup5" y="connsiteY2dup0dup1dup2dup3dup4dup5"/>
              </a:cxn>
              <a:cxn ang="0">
                <a:pos x="connsiteX3dup0dup1dup2dup3dup4dup5" y="connsiteY3dup0dup1dup2dup3dup4dup5"/>
              </a:cxn>
              <a:cxn ang="0">
                <a:pos x="connsiteX4dup0dup1dup2dup3dup4dup5" y="connsiteY4dup0dup1dup2dup3dup4dup5"/>
              </a:cxn>
            </a:cxnLst>
            <a:rect l="l" t="t" r="r" b="b"/>
            <a:pathLst>
              <a:path w="3516534" h="685800">
                <a:moveTo>
                  <a:pt x="0" y="685800"/>
                </a:moveTo>
                <a:cubicBezTo>
                  <a:pt x="806" y="457200"/>
                  <a:pt x="1611" y="228600"/>
                  <a:pt x="2417" y="0"/>
                </a:cubicBezTo>
                <a:lnTo>
                  <a:pt x="3516534" y="0"/>
                </a:lnTo>
                <a:lnTo>
                  <a:pt x="3096001" y="673100"/>
                </a:lnTo>
                <a:lnTo>
                  <a:pt x="0" y="685800"/>
                </a:lnTo>
                <a:close/>
              </a:path>
            </a:pathLst>
          </a:custGeom>
          <a:solidFill>
            <a:srgbClr val="E63946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5300530"/>
      </p:ext>
    </p:extLst>
  </p:cSld>
  <p:clrMapOvr>
    <a:masterClrMapping/>
  </p:clrMapOvr>
  <p:transition advTm="0"/>
  <p:extLst>
    <p:ext uri="{DCECCB84-F9BA-43D5-87BE-67443E8EF086}">
      <p15:sldGuideLst xmlns:p15="http://schemas.microsoft.com/office/powerpoint/2012/main">
        <p15:guide id="1" orient="horz" pos="4008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609601" y="359824"/>
            <a:ext cx="10972801" cy="656535"/>
          </a:xfrm>
          <a:prstGeom prst="rect">
            <a:avLst/>
          </a:prstGeom>
        </p:spPr>
        <p:txBody>
          <a:bodyPr anchor="b" anchorCtr="0"/>
          <a:lstStyle>
            <a:lvl1pPr>
              <a:defRPr sz="138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1394481"/>
      </p:ext>
    </p:extLst>
  </p:cSld>
  <p:clrMapOvr>
    <a:masterClrMapping/>
  </p:clrMapOvr>
  <p:transition advTm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/>
          <p:cNvSpPr>
            <a:spLocks noGrp="1"/>
          </p:cNvSpPr>
          <p:nvPr>
            <p:ph type="body" idx="1"/>
          </p:nvPr>
        </p:nvSpPr>
        <p:spPr>
          <a:xfrm>
            <a:off x="470263" y="1196404"/>
            <a:ext cx="11526433" cy="54864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2"/>
          </p:nvPr>
        </p:nvSpPr>
        <p:spPr>
          <a:xfrm>
            <a:off x="564773" y="3429505"/>
            <a:ext cx="5432614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2200" y="3429505"/>
            <a:ext cx="5526741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773" y="231740"/>
            <a:ext cx="10515600" cy="528281"/>
          </a:xfrm>
        </p:spPr>
        <p:txBody>
          <a:bodyPr anchor="b" anchorCtr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2" name="Rectangle 11"/>
          <p:cNvSpPr/>
          <p:nvPr userDrawn="1"/>
        </p:nvSpPr>
        <p:spPr>
          <a:xfrm>
            <a:off x="11631023" y="6623788"/>
            <a:ext cx="720001" cy="268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ctr" defTabSz="121909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746033-9F45-4508-8446-72AA2BBAAD2A}" type="slidenum">
              <a:rPr kumimoji="0" lang="en-US" altLang="ja-JP" sz="1066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jitsu Sans" panose="020B0404060202020204" pitchFamily="34" charset="0"/>
                <a:ea typeface="ＭＳ Ｐゴシック" charset="-128"/>
                <a:cs typeface="+mn-cs"/>
              </a:rPr>
              <a:t>‹#›</a:t>
            </a:fld>
            <a:endParaRPr kumimoji="0" lang="en-US" altLang="ja-JP" sz="1066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jitsu Sans" panose="020B0404060202020204" pitchFamily="34" charset="0"/>
              <a:ea typeface="ＭＳ Ｐゴシック" charset="-128"/>
              <a:cs typeface="+mn-cs"/>
            </a:endParaRPr>
          </a:p>
        </p:txBody>
      </p:sp>
      <p:sp>
        <p:nvSpPr>
          <p:cNvPr id="4" name="Parallelogram 9"/>
          <p:cNvSpPr/>
          <p:nvPr userDrawn="1"/>
        </p:nvSpPr>
        <p:spPr>
          <a:xfrm>
            <a:off x="1573" y="88638"/>
            <a:ext cx="4987869" cy="685800"/>
          </a:xfrm>
          <a:custGeom>
            <a:avLst/>
            <a:gdLst>
              <a:gd name="connsiteX0" fmla="*/ 0 w 3992638"/>
              <a:gd name="connsiteY0" fmla="*/ 685800 h 685800"/>
              <a:gd name="connsiteX1" fmla="*/ 0 w 3992638"/>
              <a:gd name="connsiteY1" fmla="*/ 0 h 685800"/>
              <a:gd name="connsiteX2" fmla="*/ 3992638 w 3992638"/>
              <a:gd name="connsiteY2" fmla="*/ 0 h 685800"/>
              <a:gd name="connsiteX3" fmla="*/ 3992638 w 3992638"/>
              <a:gd name="connsiteY3" fmla="*/ 685800 h 685800"/>
              <a:gd name="connsiteX4" fmla="*/ 0 w 3992638"/>
              <a:gd name="connsiteY4" fmla="*/ 685800 h 685800"/>
              <a:gd name="connsiteX0dup0" fmla="*/ 0 w 3992638"/>
              <a:gd name="connsiteY0dup0" fmla="*/ 685800 h 685800"/>
              <a:gd name="connsiteX1dup0" fmla="*/ 0 w 3992638"/>
              <a:gd name="connsiteY1dup0" fmla="*/ 0 h 685800"/>
              <a:gd name="connsiteX2dup0" fmla="*/ 3992638 w 3992638"/>
              <a:gd name="connsiteY2dup0" fmla="*/ 0 h 685800"/>
              <a:gd name="connsiteX3dup0" fmla="*/ 3344938 w 3992638"/>
              <a:gd name="connsiteY3dup0" fmla="*/ 673100 h 685800"/>
              <a:gd name="connsiteX4dup0" fmla="*/ 0 w 3992638"/>
              <a:gd name="connsiteY4dup0" fmla="*/ 685800 h 685800"/>
              <a:gd name="connsiteX0dup0dup1" fmla="*/ 0 w 3765471"/>
              <a:gd name="connsiteY0dup0dup1" fmla="*/ 685800 h 685800"/>
              <a:gd name="connsiteX1dup0dup1" fmla="*/ 0 w 3765471"/>
              <a:gd name="connsiteY1dup0dup1" fmla="*/ 0 h 685800"/>
              <a:gd name="connsiteX2dup0dup1" fmla="*/ 3765471 w 3765471"/>
              <a:gd name="connsiteY2dup0dup1" fmla="*/ 0 h 685800"/>
              <a:gd name="connsiteX3dup0dup1" fmla="*/ 3344938 w 3765471"/>
              <a:gd name="connsiteY3dup0dup1" fmla="*/ 673100 h 685800"/>
              <a:gd name="connsiteX4dup0dup1" fmla="*/ 0 w 3765471"/>
              <a:gd name="connsiteY4dup0dup1" fmla="*/ 685800 h 685800"/>
              <a:gd name="connsiteX0dup0dup1dup2" fmla="*/ 0 w 3765471"/>
              <a:gd name="connsiteY0dup0dup1dup2" fmla="*/ 685800 h 685800"/>
              <a:gd name="connsiteX1dup0dup1dup2" fmla="*/ 251354 w 3765471"/>
              <a:gd name="connsiteY1dup0dup1dup2" fmla="*/ 0 h 685800"/>
              <a:gd name="connsiteX2dup0dup1dup2" fmla="*/ 3765471 w 3765471"/>
              <a:gd name="connsiteY2dup0dup1dup2" fmla="*/ 0 h 685800"/>
              <a:gd name="connsiteX3dup0dup1dup2" fmla="*/ 3344938 w 3765471"/>
              <a:gd name="connsiteY3dup0dup1dup2" fmla="*/ 673100 h 685800"/>
              <a:gd name="connsiteX4dup0dup1dup2" fmla="*/ 0 w 3765471"/>
              <a:gd name="connsiteY4dup0dup1dup2" fmla="*/ 685800 h 685800"/>
              <a:gd name="connsiteX0dup0dup1dup2dup3" fmla="*/ 4833 w 3514117"/>
              <a:gd name="connsiteY0dup0dup1dup2dup3" fmla="*/ 685800 h 685800"/>
              <a:gd name="connsiteX1dup0dup1dup2dup3" fmla="*/ 0 w 3514117"/>
              <a:gd name="connsiteY1dup0dup1dup2dup3" fmla="*/ 0 h 685800"/>
              <a:gd name="connsiteX2dup0dup1dup2dup3" fmla="*/ 3514117 w 3514117"/>
              <a:gd name="connsiteY2dup0dup1dup2dup3" fmla="*/ 0 h 685800"/>
              <a:gd name="connsiteX3dup0dup1dup2dup3" fmla="*/ 3093584 w 3514117"/>
              <a:gd name="connsiteY3dup0dup1dup2dup3" fmla="*/ 673100 h 685800"/>
              <a:gd name="connsiteX4dup0dup1dup2dup3" fmla="*/ 4833 w 3514117"/>
              <a:gd name="connsiteY4dup0dup1dup2dup3" fmla="*/ 685800 h 685800"/>
              <a:gd name="connsiteX0dup0dup1dup2dup3dup4" fmla="*/ 3021 w 3514117"/>
              <a:gd name="connsiteY0dup0dup1dup2dup3dup4" fmla="*/ 685800 h 685800"/>
              <a:gd name="connsiteX1dup0dup1dup2dup3dup4" fmla="*/ 0 w 3514117"/>
              <a:gd name="connsiteY1dup0dup1dup2dup3dup4" fmla="*/ 0 h 685800"/>
              <a:gd name="connsiteX2dup0dup1dup2dup3dup4" fmla="*/ 3514117 w 3514117"/>
              <a:gd name="connsiteY2dup0dup1dup2dup3dup4" fmla="*/ 0 h 685800"/>
              <a:gd name="connsiteX3dup0dup1dup2dup3dup4" fmla="*/ 3093584 w 3514117"/>
              <a:gd name="connsiteY3dup0dup1dup2dup3dup4" fmla="*/ 673100 h 685800"/>
              <a:gd name="connsiteX4dup0dup1dup2dup3dup4" fmla="*/ 3021 w 3514117"/>
              <a:gd name="connsiteY4dup0dup1dup2dup3dup4" fmla="*/ 685800 h 685800"/>
              <a:gd name="connsiteX0dup0dup1dup2dup3dup4dup5" fmla="*/ 0 w 3516534"/>
              <a:gd name="connsiteY0dup0dup1dup2dup3dup4dup5" fmla="*/ 685800 h 685800"/>
              <a:gd name="connsiteX1dup0dup1dup2dup3dup4dup5" fmla="*/ 2417 w 3516534"/>
              <a:gd name="connsiteY1dup0dup1dup2dup3dup4dup5" fmla="*/ 0 h 685800"/>
              <a:gd name="connsiteX2dup0dup1dup2dup3dup4dup5" fmla="*/ 3516534 w 3516534"/>
              <a:gd name="connsiteY2dup0dup1dup2dup3dup4dup5" fmla="*/ 0 h 685800"/>
              <a:gd name="connsiteX3dup0dup1dup2dup3dup4dup5" fmla="*/ 3096001 w 3516534"/>
              <a:gd name="connsiteY3dup0dup1dup2dup3dup4dup5" fmla="*/ 673100 h 685800"/>
              <a:gd name="connsiteX4dup0dup1dup2dup3dup4dup5" fmla="*/ 0 w 3516534"/>
              <a:gd name="connsiteY4dup0dup1dup2dup3dup4dup5" fmla="*/ 685800 h 685800"/>
            </a:gdLst>
            <a:ahLst/>
            <a:cxnLst>
              <a:cxn ang="0">
                <a:pos x="connsiteX0dup0dup1dup2dup3dup4dup5" y="connsiteY0dup0dup1dup2dup3dup4dup5"/>
              </a:cxn>
              <a:cxn ang="0">
                <a:pos x="connsiteX1dup0dup1dup2dup3dup4dup5" y="connsiteY1dup0dup1dup2dup3dup4dup5"/>
              </a:cxn>
              <a:cxn ang="0">
                <a:pos x="connsiteX2dup0dup1dup2dup3dup4dup5" y="connsiteY2dup0dup1dup2dup3dup4dup5"/>
              </a:cxn>
              <a:cxn ang="0">
                <a:pos x="connsiteX3dup0dup1dup2dup3dup4dup5" y="connsiteY3dup0dup1dup2dup3dup4dup5"/>
              </a:cxn>
              <a:cxn ang="0">
                <a:pos x="connsiteX4dup0dup1dup2dup3dup4dup5" y="connsiteY4dup0dup1dup2dup3dup4dup5"/>
              </a:cxn>
            </a:cxnLst>
            <a:rect l="l" t="t" r="r" b="b"/>
            <a:pathLst>
              <a:path w="3516534" h="685800">
                <a:moveTo>
                  <a:pt x="0" y="685800"/>
                </a:moveTo>
                <a:cubicBezTo>
                  <a:pt x="806" y="457200"/>
                  <a:pt x="1611" y="228600"/>
                  <a:pt x="2417" y="0"/>
                </a:cubicBezTo>
                <a:lnTo>
                  <a:pt x="3516534" y="0"/>
                </a:lnTo>
                <a:lnTo>
                  <a:pt x="3096001" y="673100"/>
                </a:lnTo>
                <a:lnTo>
                  <a:pt x="0" y="685800"/>
                </a:lnTo>
                <a:close/>
              </a:path>
            </a:pathLst>
          </a:custGeom>
          <a:solidFill>
            <a:srgbClr val="E63946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9836405"/>
      </p:ext>
    </p:extLst>
  </p:cSld>
  <p:clrMapOvr>
    <a:masterClrMapping/>
  </p:clrMapOvr>
  <p:transition advTm="0"/>
  <p:extLst>
    <p:ext uri="{DCECCB84-F9BA-43D5-87BE-67443E8EF086}">
      <p15:sldGuideLst xmlns:p15="http://schemas.microsoft.com/office/powerpoint/2012/main">
        <p15:guide id="1" orient="horz" pos="4008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780352"/>
      </p:ext>
    </p:extLst>
  </p:cSld>
  <p:clrMapOvr>
    <a:masterClrMapping/>
  </p:clrMapOvr>
  <p:transition advTm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9589" y="3429505"/>
            <a:ext cx="5042645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half" idx="13"/>
          </p:nvPr>
        </p:nvSpPr>
        <p:spPr>
          <a:xfrm>
            <a:off x="6172200" y="3429505"/>
            <a:ext cx="5526741" cy="292104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4"/>
          </p:nvPr>
        </p:nvSpPr>
        <p:spPr>
          <a:xfrm>
            <a:off x="739589" y="914906"/>
            <a:ext cx="10959352" cy="52393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6311392"/>
      </p:ext>
    </p:extLst>
  </p:cSld>
  <p:clrMapOvr>
    <a:masterClrMapping/>
  </p:clrMapOvr>
  <p:transition advTm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395363"/>
      </p:ext>
    </p:extLst>
  </p:cSld>
  <p:clrMapOvr>
    <a:masterClrMapping/>
  </p:clrMapOvr>
  <p:transition advTm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496515"/>
      </p:ext>
    </p:extLst>
  </p:cSld>
  <p:clrMapOvr>
    <a:masterClrMapping/>
  </p:clrMapOvr>
  <p:transition advTm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59360"/>
      </p:ext>
    </p:extLst>
  </p:cSld>
  <p:clrMapOvr>
    <a:masterClrMapping/>
  </p:clrMapOvr>
  <p:transition advTm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0" y="-112514"/>
            <a:ext cx="12192000" cy="69705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828029"/>
      </p:ext>
    </p:extLst>
  </p:cSld>
  <p:clrMapOvr>
    <a:masterClrMapping/>
  </p:clrMapOvr>
  <p:transition advTm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-125506"/>
            <a:ext cx="12207145" cy="6983506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-143435"/>
            <a:ext cx="12192000" cy="7001435"/>
          </a:xfrm>
          <a:prstGeom prst="rect">
            <a:avLst/>
          </a:prstGeom>
          <a:solidFill>
            <a:srgbClr val="262626">
              <a:alpha val="8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1183341"/>
            <a:ext cx="88741" cy="56925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470647" cy="1183341"/>
          </a:xfrm>
          <a:prstGeom prst="rect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1" y="3657600"/>
            <a:ext cx="282388" cy="1277471"/>
          </a:xfrm>
          <a:prstGeom prst="rect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201701" y="3271364"/>
            <a:ext cx="0" cy="305144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169428" y="5107195"/>
            <a:ext cx="86061" cy="1215614"/>
          </a:xfrm>
          <a:prstGeom prst="rect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15" name="Oval 14"/>
          <p:cNvSpPr/>
          <p:nvPr userDrawn="1"/>
        </p:nvSpPr>
        <p:spPr>
          <a:xfrm>
            <a:off x="158673" y="3224608"/>
            <a:ext cx="96816" cy="96816"/>
          </a:xfrm>
          <a:prstGeom prst="ellipse">
            <a:avLst/>
          </a:prstGeom>
          <a:solidFill>
            <a:srgbClr val="A720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043171"/>
      </p:ext>
    </p:extLst>
  </p:cSld>
  <p:clrMapOvr>
    <a:masterClrMapping/>
  </p:clrMapOvr>
  <p:transition advTm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200514"/>
      </p:ext>
    </p:extLst>
  </p:cSld>
  <p:clrMapOvr>
    <a:masterClrMapping/>
  </p:clrMapOvr>
  <p:transition advTm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004477"/>
      </p:ext>
    </p:extLst>
  </p:cSld>
  <p:clrMapOvr>
    <a:masterClrMapping/>
  </p:clrMapOvr>
  <p:transition advTm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9D44A25-B000-452A-91A7-66AB6AC967CB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50703"/>
      </p:ext>
    </p:extLst>
  </p:cSld>
  <p:clrMapOvr>
    <a:masterClrMapping/>
  </p:clrMapOvr>
  <p:transition advTm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75" y="76128"/>
            <a:ext cx="10453025" cy="954691"/>
          </a:xfrm>
          <a:prstGeom prst="rect">
            <a:avLst/>
          </a:prstGeom>
        </p:spPr>
        <p:txBody>
          <a:bodyPr anchor="ctr"/>
          <a:lstStyle>
            <a:lvl1pPr marL="271448" indent="0">
              <a:defRPr sz="2399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11471999" y="6474703"/>
            <a:ext cx="720001" cy="268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ctr" defTabSz="121909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746033-9F45-4508-8446-72AA2BBAAD2A}" type="slidenum">
              <a:rPr kumimoji="0" lang="en-US" altLang="ja-JP" sz="1066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jitsu Sans" panose="020B0404060202020204" pitchFamily="34" charset="0"/>
                <a:ea typeface="ＭＳ Ｐゴシック" charset="-128"/>
                <a:cs typeface="+mn-cs"/>
              </a:rPr>
              <a:t>‹#›</a:t>
            </a:fld>
            <a:endParaRPr kumimoji="0" lang="en-US" altLang="ja-JP" sz="1066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jitsu Sans" panose="020B0404060202020204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8723087"/>
      </p:ext>
    </p:extLst>
  </p:cSld>
  <p:clrMapOvr>
    <a:masterClrMapping/>
  </p:clrMapOvr>
  <p:transition spd="slow" advTm="0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with text">
    <p:bg>
      <p:bgPr>
        <a:solidFill>
          <a:srgbClr val="A72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>
          <a:xfrm>
            <a:off x="0" y="-161364"/>
            <a:ext cx="12812076" cy="7019364"/>
            <a:chOff x="0" y="-161364"/>
            <a:chExt cx="12812076" cy="7019364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0" y="-125506"/>
              <a:ext cx="12207145" cy="6983506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0" y="-143435"/>
              <a:ext cx="12192000" cy="7001435"/>
            </a:xfrm>
            <a:prstGeom prst="rect">
              <a:avLst/>
            </a:prstGeom>
            <a:solidFill>
              <a:srgbClr val="262626">
                <a:alpha val="63000"/>
              </a:srgbClr>
            </a:solidFill>
            <a:ln>
              <a:noFill/>
            </a:ln>
            <a:effectLst>
              <a:outerShdw blurRad="50800" dist="50800" dir="5400000" algn="ctr" rotWithShape="0">
                <a:srgbClr val="000000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/>
              <a:endParaRPr lang="en-US" dirty="0"/>
            </a:p>
          </p:txBody>
        </p:sp>
        <p:grpSp>
          <p:nvGrpSpPr>
            <p:cNvPr id="10" name="Group 9"/>
            <p:cNvGrpSpPr/>
            <p:nvPr/>
          </p:nvGrpSpPr>
          <p:grpSpPr>
            <a:xfrm flipH="1">
              <a:off x="5181600" y="-161364"/>
              <a:ext cx="7025545" cy="6024282"/>
              <a:chOff x="-15145" y="-143435"/>
              <a:chExt cx="7025545" cy="6024282"/>
            </a:xfrm>
          </p:grpSpPr>
          <p:sp>
            <p:nvSpPr>
              <p:cNvPr id="19" name="Rectangle 3"/>
              <p:cNvSpPr/>
              <p:nvPr/>
            </p:nvSpPr>
            <p:spPr>
              <a:xfrm>
                <a:off x="537883" y="-143435"/>
                <a:ext cx="6472517" cy="6024282"/>
              </a:xfrm>
              <a:custGeom>
                <a:avLst/>
                <a:gdLst>
                  <a:gd name="connsiteX0" fmla="*/ 0 w 6472517"/>
                  <a:gd name="connsiteY0" fmla="*/ 0 h 5970494"/>
                  <a:gd name="connsiteX1" fmla="*/ 6472517 w 6472517"/>
                  <a:gd name="connsiteY1" fmla="*/ 0 h 5970494"/>
                  <a:gd name="connsiteX2" fmla="*/ 6472517 w 6472517"/>
                  <a:gd name="connsiteY2" fmla="*/ 5970494 h 5970494"/>
                  <a:gd name="connsiteX3" fmla="*/ 0 w 6472517"/>
                  <a:gd name="connsiteY3" fmla="*/ 5970494 h 5970494"/>
                  <a:gd name="connsiteX4" fmla="*/ 0 w 6472517"/>
                  <a:gd name="connsiteY4" fmla="*/ 0 h 5970494"/>
                  <a:gd name="connsiteX0dup0" fmla="*/ 0 w 6472517"/>
                  <a:gd name="connsiteY0dup0" fmla="*/ 0 h 6024282"/>
                  <a:gd name="connsiteX1dup0" fmla="*/ 6472517 w 6472517"/>
                  <a:gd name="connsiteY1dup0" fmla="*/ 0 h 6024282"/>
                  <a:gd name="connsiteX2dup0" fmla="*/ 6472517 w 6472517"/>
                  <a:gd name="connsiteY2dup0" fmla="*/ 5970494 h 6024282"/>
                  <a:gd name="connsiteX3dup0" fmla="*/ 1972235 w 6472517"/>
                  <a:gd name="connsiteY3dup0" fmla="*/ 6024282 h 6024282"/>
                  <a:gd name="connsiteX4dup0" fmla="*/ 0 w 6472517"/>
                  <a:gd name="connsiteY4dup0" fmla="*/ 0 h 6024282"/>
                  <a:gd name="connsiteX0dup0dup1" fmla="*/ 0 w 6472517"/>
                  <a:gd name="connsiteY0dup0dup1" fmla="*/ 0 h 6024282"/>
                  <a:gd name="connsiteX1dup0dup1" fmla="*/ 4356847 w 6472517"/>
                  <a:gd name="connsiteY1dup0dup1" fmla="*/ 17929 h 6024282"/>
                  <a:gd name="connsiteX2dup0dup1" fmla="*/ 6472517 w 6472517"/>
                  <a:gd name="connsiteY2dup0dup1" fmla="*/ 5970494 h 6024282"/>
                  <a:gd name="connsiteX3dup0dup1" fmla="*/ 1972235 w 6472517"/>
                  <a:gd name="connsiteY3dup0dup1" fmla="*/ 6024282 h 6024282"/>
                  <a:gd name="connsiteX4dup0dup1" fmla="*/ 0 w 6472517"/>
                  <a:gd name="connsiteY4dup0dup1" fmla="*/ 0 h 6024282"/>
                </a:gdLst>
                <a:ahLst/>
                <a:cxnLst>
                  <a:cxn ang="0">
                    <a:pos x="connsiteX0dup0dup1" y="connsiteY0dup0dup1"/>
                  </a:cxn>
                  <a:cxn ang="0">
                    <a:pos x="connsiteX1dup0dup1" y="connsiteY1dup0dup1"/>
                  </a:cxn>
                  <a:cxn ang="0">
                    <a:pos x="connsiteX2dup0dup1" y="connsiteY2dup0dup1"/>
                  </a:cxn>
                  <a:cxn ang="0">
                    <a:pos x="connsiteX3dup0dup1" y="connsiteY3dup0dup1"/>
                  </a:cxn>
                  <a:cxn ang="0">
                    <a:pos x="connsiteX4dup0dup1" y="connsiteY4dup0dup1"/>
                  </a:cxn>
                </a:cxnLst>
                <a:rect l="l" t="t" r="r" b="b"/>
                <a:pathLst>
                  <a:path w="6472517" h="6024282">
                    <a:moveTo>
                      <a:pt x="0" y="0"/>
                    </a:moveTo>
                    <a:lnTo>
                      <a:pt x="4356847" y="17929"/>
                    </a:lnTo>
                    <a:lnTo>
                      <a:pt x="6472517" y="5970494"/>
                    </a:lnTo>
                    <a:lnTo>
                      <a:pt x="1972235" y="6024282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6000"/>
                      <a:alpha val="68000"/>
                    </a:schemeClr>
                  </a:gs>
                  <a:gs pos="59000">
                    <a:srgbClr val="262626">
                      <a:alpha val="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pPr algn="ctr"/>
                <a:endParaRPr lang="en-US" dirty="0"/>
              </a:p>
            </p:txBody>
          </p:sp>
          <p:sp>
            <p:nvSpPr>
              <p:cNvPr id="20" name="Rectangle 5"/>
              <p:cNvSpPr/>
              <p:nvPr/>
            </p:nvSpPr>
            <p:spPr>
              <a:xfrm>
                <a:off x="-15145" y="-125506"/>
                <a:ext cx="3321424" cy="5970494"/>
              </a:xfrm>
              <a:custGeom>
                <a:avLst/>
                <a:gdLst>
                  <a:gd name="connsiteX0" fmla="*/ 0 w 3321424"/>
                  <a:gd name="connsiteY0" fmla="*/ 0 h 5970494"/>
                  <a:gd name="connsiteX1" fmla="*/ 3321424 w 3321424"/>
                  <a:gd name="connsiteY1" fmla="*/ 0 h 5970494"/>
                  <a:gd name="connsiteX2" fmla="*/ 3321424 w 3321424"/>
                  <a:gd name="connsiteY2" fmla="*/ 5970494 h 5970494"/>
                  <a:gd name="connsiteX3" fmla="*/ 0 w 3321424"/>
                  <a:gd name="connsiteY3" fmla="*/ 5970494 h 5970494"/>
                  <a:gd name="connsiteX4" fmla="*/ 0 w 3321424"/>
                  <a:gd name="connsiteY4" fmla="*/ 0 h 5970494"/>
                  <a:gd name="connsiteX0dup0" fmla="*/ 0 w 3321424"/>
                  <a:gd name="connsiteY0dup0" fmla="*/ 0 h 5970494"/>
                  <a:gd name="connsiteX1dup0" fmla="*/ 1546412 w 3321424"/>
                  <a:gd name="connsiteY1dup0" fmla="*/ 0 h 5970494"/>
                  <a:gd name="connsiteX2dup0" fmla="*/ 3321424 w 3321424"/>
                  <a:gd name="connsiteY2dup0" fmla="*/ 5970494 h 5970494"/>
                  <a:gd name="connsiteX3dup0" fmla="*/ 0 w 3321424"/>
                  <a:gd name="connsiteY3dup0" fmla="*/ 5970494 h 5970494"/>
                  <a:gd name="connsiteX4dup0" fmla="*/ 0 w 3321424"/>
                  <a:gd name="connsiteY4dup0" fmla="*/ 0 h 5970494"/>
                  <a:gd name="connsiteX0dup0dup1" fmla="*/ 0 w 3321424"/>
                  <a:gd name="connsiteY0dup0dup1" fmla="*/ 0 h 5970494"/>
                  <a:gd name="connsiteX1dup0dup1" fmla="*/ 1546412 w 3321424"/>
                  <a:gd name="connsiteY1dup0dup1" fmla="*/ 0 h 5970494"/>
                  <a:gd name="connsiteX2dup0dup1" fmla="*/ 3321424 w 3321424"/>
                  <a:gd name="connsiteY2dup0dup1" fmla="*/ 5970494 h 5970494"/>
                  <a:gd name="connsiteX3dup0dup1" fmla="*/ 1183341 w 3321424"/>
                  <a:gd name="connsiteY3dup0dup1" fmla="*/ 5952564 h 5970494"/>
                  <a:gd name="connsiteX4dup0dup1" fmla="*/ 0 w 3321424"/>
                  <a:gd name="connsiteY4dup0dup1" fmla="*/ 0 h 5970494"/>
                </a:gdLst>
                <a:ahLst/>
                <a:cxnLst>
                  <a:cxn ang="0">
                    <a:pos x="connsiteX0dup0dup1" y="connsiteY0dup0dup1"/>
                  </a:cxn>
                  <a:cxn ang="0">
                    <a:pos x="connsiteX1dup0dup1" y="connsiteY1dup0dup1"/>
                  </a:cxn>
                  <a:cxn ang="0">
                    <a:pos x="connsiteX2dup0dup1" y="connsiteY2dup0dup1"/>
                  </a:cxn>
                  <a:cxn ang="0">
                    <a:pos x="connsiteX3dup0dup1" y="connsiteY3dup0dup1"/>
                  </a:cxn>
                  <a:cxn ang="0">
                    <a:pos x="connsiteX4dup0dup1" y="connsiteY4dup0dup1"/>
                  </a:cxn>
                </a:cxnLst>
                <a:rect l="l" t="t" r="r" b="b"/>
                <a:pathLst>
                  <a:path w="3321424" h="5970494">
                    <a:moveTo>
                      <a:pt x="0" y="0"/>
                    </a:moveTo>
                    <a:lnTo>
                      <a:pt x="1546412" y="0"/>
                    </a:lnTo>
                    <a:lnTo>
                      <a:pt x="3321424" y="5970494"/>
                    </a:lnTo>
                    <a:lnTo>
                      <a:pt x="1183341" y="5952564"/>
                    </a:ln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6000"/>
                      <a:alpha val="68000"/>
                    </a:schemeClr>
                  </a:gs>
                  <a:gs pos="59000">
                    <a:srgbClr val="262626">
                      <a:alpha val="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pPr algn="ctr"/>
                <a:endParaRPr lang="en-US" dirty="0"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1564474" y="3188181"/>
              <a:ext cx="3810354" cy="8237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en-US" sz="48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THANK YOU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7785564" y="1976013"/>
              <a:ext cx="4406436" cy="1172220"/>
            </a:xfrm>
            <a:prstGeom prst="rect">
              <a:avLst/>
            </a:prstGeom>
            <a:solidFill>
              <a:srgbClr val="A720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ctr"/>
              <a:endParaRPr lang="en-US" dirty="0"/>
            </a:p>
          </p:txBody>
        </p:sp>
        <p:sp>
          <p:nvSpPr>
            <p:cNvPr id="13" name="Text Placeholder 6"/>
            <p:cNvSpPr txBox="1"/>
            <p:nvPr/>
          </p:nvSpPr>
          <p:spPr>
            <a:xfrm>
              <a:off x="7293926" y="1137076"/>
              <a:ext cx="5518150" cy="798991"/>
            </a:xfrm>
            <a:prstGeom prst="rect">
              <a:avLst/>
            </a:prstGeom>
          </p:spPr>
          <p:txBody>
            <a:bodyPr/>
            <a:lstStyle>
              <a:defPPr>
                <a:defRPr lang="en-US"/>
              </a:defPPr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IN" sz="3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Contact Us</a:t>
              </a:r>
            </a:p>
          </p:txBody>
        </p:sp>
        <p:sp>
          <p:nvSpPr>
            <p:cNvPr id="14" name="Text Placeholder 8"/>
            <p:cNvSpPr txBox="1"/>
            <p:nvPr/>
          </p:nvSpPr>
          <p:spPr>
            <a:xfrm>
              <a:off x="7265576" y="3411730"/>
              <a:ext cx="4815588" cy="2227637"/>
            </a:xfrm>
            <a:prstGeom prst="rect">
              <a:avLst/>
            </a:prstGeom>
          </p:spPr>
          <p:txBody>
            <a:bodyPr>
              <a:noAutofit/>
            </a:bodyPr>
            <a:lstStyle>
              <a:defPPr>
                <a:defRPr lang="en-US"/>
              </a:defPPr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sz="2000" b="1" dirty="0">
                  <a:solidFill>
                    <a:srgbClr val="A720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REFRACT CONSULTING LLC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401 West A Street,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Suite 200, San Diego,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US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 92101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(M): +1 (323) 544 5743</a:t>
              </a:r>
            </a:p>
            <a:p>
              <a:pPr marL="55561" indent="0"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en-GB" sz="2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(E): </a:t>
              </a:r>
              <a:r>
                <a:rPr lang="en-GB" sz="2000" b="0" i="0" u="none" strike="noStrike" kern="1200" cap="none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Arial"/>
                  <a:hlinkClick r:id="rId3"/>
                </a:rPr>
                <a:t>info@refractconsulting.com</a:t>
              </a:r>
              <a:r>
                <a:rPr lang="en-GB" sz="2000" b="0" i="0" u="none" strike="noStrike" kern="1200" cap="none" dirty="0">
                  <a:solidFill>
                    <a:schemeClr val="bg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Arial"/>
                </a:rPr>
                <a:t>  </a:t>
              </a:r>
            </a:p>
          </p:txBody>
        </p:sp>
      </p:grpSp>
      <p:sp>
        <p:nvSpPr>
          <p:cNvPr id="21" name="Rectangle 1"/>
          <p:cNvSpPr/>
          <p:nvPr userDrawn="1"/>
        </p:nvSpPr>
        <p:spPr>
          <a:xfrm flipH="1">
            <a:off x="7344786" y="1953996"/>
            <a:ext cx="3081865" cy="1234184"/>
          </a:xfrm>
          <a:custGeom>
            <a:avLst/>
            <a:gdLst>
              <a:gd name="connsiteX0" fmla="*/ 0 w 2939751"/>
              <a:gd name="connsiteY0" fmla="*/ 0 h 1358338"/>
              <a:gd name="connsiteX1" fmla="*/ 2939751 w 2939751"/>
              <a:gd name="connsiteY1" fmla="*/ 0 h 1358338"/>
              <a:gd name="connsiteX2" fmla="*/ 2939751 w 2939751"/>
              <a:gd name="connsiteY2" fmla="*/ 1358338 h 1358338"/>
              <a:gd name="connsiteX3" fmla="*/ 0 w 2939751"/>
              <a:gd name="connsiteY3" fmla="*/ 1358338 h 1358338"/>
              <a:gd name="connsiteX4" fmla="*/ 0 w 2939751"/>
              <a:gd name="connsiteY4" fmla="*/ 0 h 1358338"/>
              <a:gd name="connsiteX0dup0" fmla="*/ 0 w 3416001"/>
              <a:gd name="connsiteY0dup0" fmla="*/ 0 h 1377388"/>
              <a:gd name="connsiteX1dup0" fmla="*/ 3416001 w 3416001"/>
              <a:gd name="connsiteY1dup0" fmla="*/ 19050 h 1377388"/>
              <a:gd name="connsiteX2dup0" fmla="*/ 3416001 w 3416001"/>
              <a:gd name="connsiteY2dup0" fmla="*/ 1377388 h 1377388"/>
              <a:gd name="connsiteX3dup0" fmla="*/ 476250 w 3416001"/>
              <a:gd name="connsiteY3dup0" fmla="*/ 1377388 h 1377388"/>
              <a:gd name="connsiteX4dup0" fmla="*/ 0 w 3416001"/>
              <a:gd name="connsiteY4dup0" fmla="*/ 0 h 1377388"/>
              <a:gd name="connsiteX0dup0dup1" fmla="*/ 0 w 3416001"/>
              <a:gd name="connsiteY0dup0dup1" fmla="*/ 0 h 1377388"/>
              <a:gd name="connsiteX1dup0dup1" fmla="*/ 3416001 w 3416001"/>
              <a:gd name="connsiteY1dup0dup1" fmla="*/ 19050 h 1377388"/>
              <a:gd name="connsiteX2dup0dup1" fmla="*/ 3416001 w 3416001"/>
              <a:gd name="connsiteY2dup0dup1" fmla="*/ 1377388 h 1377388"/>
              <a:gd name="connsiteX3dup0dup1" fmla="*/ 645174 w 3416001"/>
              <a:gd name="connsiteY3dup0dup1" fmla="*/ 1358338 h 1377388"/>
              <a:gd name="connsiteX4dup0dup1" fmla="*/ 0 w 3416001"/>
              <a:gd name="connsiteY4dup0dup1" fmla="*/ 0 h 1377388"/>
            </a:gdLst>
            <a:ahLst/>
            <a:cxnLst>
              <a:cxn ang="0">
                <a:pos x="connsiteX0dup0dup1" y="connsiteY0dup0dup1"/>
              </a:cxn>
              <a:cxn ang="0">
                <a:pos x="connsiteX1dup0dup1" y="connsiteY1dup0dup1"/>
              </a:cxn>
              <a:cxn ang="0">
                <a:pos x="connsiteX2dup0dup1" y="connsiteY2dup0dup1"/>
              </a:cxn>
              <a:cxn ang="0">
                <a:pos x="connsiteX3dup0dup1" y="connsiteY3dup0dup1"/>
              </a:cxn>
              <a:cxn ang="0">
                <a:pos x="connsiteX4dup0dup1" y="connsiteY4dup0dup1"/>
              </a:cxn>
            </a:cxnLst>
            <a:rect l="l" t="t" r="r" b="b"/>
            <a:pathLst>
              <a:path w="3416001" h="1377388">
                <a:moveTo>
                  <a:pt x="0" y="0"/>
                </a:moveTo>
                <a:lnTo>
                  <a:pt x="3416001" y="19050"/>
                </a:lnTo>
                <a:lnTo>
                  <a:pt x="3416001" y="1377388"/>
                </a:lnTo>
                <a:lnTo>
                  <a:pt x="645174" y="135833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71500" dist="762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pic>
        <p:nvPicPr>
          <p:cNvPr id="15" name="Picture 14" descr="Logo&#10;&#10;Description automatically generated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7443742" y="2159618"/>
            <a:ext cx="2238703" cy="85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55141"/>
      </p:ext>
    </p:extLst>
  </p:cSld>
  <p:clrMapOvr>
    <a:masterClrMapping/>
  </p:clrMapOvr>
  <p:transition advTm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/>
          <a:srcRect l="-1" r="-135"/>
          <a:stretch>
            <a:fillRect/>
          </a:stretch>
        </p:blipFill>
        <p:spPr>
          <a:xfrm>
            <a:off x="-24064" y="0"/>
            <a:ext cx="12250271" cy="63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71483"/>
      </p:ext>
    </p:extLst>
  </p:cSld>
  <p:clrMapOvr>
    <a:masterClrMapping/>
  </p:clrMapOvr>
  <p:transition advTm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609601" y="359824"/>
            <a:ext cx="10972801" cy="656535"/>
          </a:xfrm>
          <a:prstGeom prst="rect">
            <a:avLst/>
          </a:prstGeom>
        </p:spPr>
        <p:txBody>
          <a:bodyPr anchor="b" anchorCtr="0"/>
          <a:lstStyle>
            <a:lvl1pPr>
              <a:defRPr sz="138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638901"/>
      </p:ext>
    </p:extLst>
  </p:cSld>
  <p:clrMapOvr>
    <a:masterClrMapping/>
  </p:clrMapOvr>
  <p:transition advTm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3646" y="6338382"/>
            <a:ext cx="2743200" cy="246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726244" y="6629401"/>
            <a:ext cx="5475282" cy="240418"/>
            <a:chOff x="6726244" y="6629401"/>
            <a:chExt cx="5475282" cy="240418"/>
          </a:xfrm>
        </p:grpSpPr>
        <p:sp>
          <p:nvSpPr>
            <p:cNvPr id="5" name="Freeform: Shape 7"/>
            <p:cNvSpPr/>
            <p:nvPr/>
          </p:nvSpPr>
          <p:spPr>
            <a:xfrm rot="16200000" flipH="1">
              <a:off x="9137650" y="4217995"/>
              <a:ext cx="240418" cy="5063229"/>
            </a:xfrm>
            <a:custGeom>
              <a:avLst/>
              <a:gdLst>
                <a:gd name="connsiteX0" fmla="*/ 0 w 208579"/>
                <a:gd name="connsiteY0" fmla="*/ 149593 h 3790781"/>
                <a:gd name="connsiteX1" fmla="*/ 0 w 208579"/>
                <a:gd name="connsiteY1" fmla="*/ 3790781 h 3790781"/>
                <a:gd name="connsiteX2" fmla="*/ 208579 w 208579"/>
                <a:gd name="connsiteY2" fmla="*/ 3641188 h 3790781"/>
                <a:gd name="connsiteX3" fmla="*/ 208579 w 208579"/>
                <a:gd name="connsiteY3" fmla="*/ 0 h 3790781"/>
                <a:gd name="connsiteX4" fmla="*/ 0 w 208579"/>
                <a:gd name="connsiteY4" fmla="*/ 149593 h 379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579" h="3790781">
                  <a:moveTo>
                    <a:pt x="0" y="149593"/>
                  </a:moveTo>
                  <a:lnTo>
                    <a:pt x="0" y="3790781"/>
                  </a:lnTo>
                  <a:lnTo>
                    <a:pt x="208579" y="3641188"/>
                  </a:lnTo>
                  <a:lnTo>
                    <a:pt x="208579" y="0"/>
                  </a:lnTo>
                  <a:lnTo>
                    <a:pt x="0" y="149593"/>
                  </a:lnTo>
                  <a:close/>
                </a:path>
              </a:pathLst>
            </a:custGeom>
            <a:solidFill>
              <a:srgbClr val="2439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144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en-IN" sz="900" b="1" dirty="0">
                  <a:solidFill>
                    <a:schemeClr val="bg1"/>
                  </a:solidFill>
                </a:rPr>
                <a:t> </a:t>
              </a:r>
              <a:endParaRPr 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Freeform: Shape 8"/>
            <p:cNvSpPr/>
            <p:nvPr/>
          </p:nvSpPr>
          <p:spPr>
            <a:xfrm rot="16200000" flipH="1">
              <a:off x="11809855" y="6478146"/>
              <a:ext cx="240416" cy="542927"/>
            </a:xfrm>
            <a:custGeom>
              <a:avLst/>
              <a:gdLst>
                <a:gd name="connsiteX0" fmla="*/ 0 w 208579"/>
                <a:gd name="connsiteY0" fmla="*/ 149593 h 391892"/>
                <a:gd name="connsiteX1" fmla="*/ 0 w 208579"/>
                <a:gd name="connsiteY1" fmla="*/ 391892 h 391892"/>
                <a:gd name="connsiteX2" fmla="*/ 208579 w 208579"/>
                <a:gd name="connsiteY2" fmla="*/ 391892 h 391892"/>
                <a:gd name="connsiteX3" fmla="*/ 208579 w 208579"/>
                <a:gd name="connsiteY3" fmla="*/ 0 h 391892"/>
                <a:gd name="connsiteX4" fmla="*/ 0 w 208579"/>
                <a:gd name="connsiteY4" fmla="*/ 149593 h 391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579" h="391892">
                  <a:moveTo>
                    <a:pt x="0" y="149593"/>
                  </a:moveTo>
                  <a:lnTo>
                    <a:pt x="0" y="391892"/>
                  </a:lnTo>
                  <a:lnTo>
                    <a:pt x="208579" y="391892"/>
                  </a:lnTo>
                  <a:lnTo>
                    <a:pt x="208579" y="0"/>
                  </a:lnTo>
                  <a:lnTo>
                    <a:pt x="0" y="149593"/>
                  </a:lnTo>
                  <a:close/>
                </a:path>
              </a:pathLst>
            </a:custGeom>
            <a:solidFill>
              <a:srgbClr val="DD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144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en-IN" sz="900" b="1" dirty="0">
                  <a:solidFill>
                    <a:schemeClr val="bg1"/>
                  </a:solidFill>
                </a:rPr>
                <a:t> </a:t>
              </a:r>
              <a:endParaRPr 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599907" y="6653494"/>
              <a:ext cx="3890441" cy="213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r"/>
              <a:r>
                <a:rPr lang="en-US" sz="800" b="0" i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© Copyright 2026 RefractOne All Rights Reserved</a:t>
              </a:r>
              <a:endParaRPr lang="en-US" sz="800" b="0" i="0" dirty="0">
                <a:solidFill>
                  <a:schemeClr val="bg1"/>
                </a:solidFill>
              </a:endParaRPr>
            </a:p>
          </p:txBody>
        </p:sp>
        <p:sp>
          <p:nvSpPr>
            <p:cNvPr id="13" name="Slide Number Placeholder 5"/>
            <p:cNvSpPr txBox="1"/>
            <p:nvPr/>
          </p:nvSpPr>
          <p:spPr>
            <a:xfrm>
              <a:off x="11746307" y="6699484"/>
              <a:ext cx="377016" cy="12204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lang="en-US" sz="600" b="0" i="0" kern="1200">
                  <a:solidFill>
                    <a:schemeClr val="tx1">
                      <a:lumMod val="75000"/>
                    </a:schemeClr>
                  </a:solidFill>
                  <a:effectLst/>
                  <a:latin typeface="Helvetica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sz="800" b="0" i="0" dirty="0">
                <a:solidFill>
                  <a:schemeClr val="bg1"/>
                </a:solidFill>
              </a:endParaRPr>
            </a:p>
          </p:txBody>
        </p:sp>
      </p:grp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9C904E61-B08B-CE0C-29DD-88FCF5E455DD}"/>
              </a:ext>
            </a:extLst>
          </p:cNvPr>
          <p:cNvSpPr/>
          <p:nvPr/>
        </p:nvSpPr>
        <p:spPr>
          <a:xfrm>
            <a:off x="1573" y="157462"/>
            <a:ext cx="4987869" cy="685800"/>
          </a:xfrm>
          <a:custGeom>
            <a:avLst/>
            <a:gdLst>
              <a:gd name="connsiteX0" fmla="*/ 0 w 3992638"/>
              <a:gd name="connsiteY0" fmla="*/ 685800 h 685800"/>
              <a:gd name="connsiteX1" fmla="*/ 0 w 3992638"/>
              <a:gd name="connsiteY1" fmla="*/ 0 h 685800"/>
              <a:gd name="connsiteX2" fmla="*/ 3992638 w 3992638"/>
              <a:gd name="connsiteY2" fmla="*/ 0 h 685800"/>
              <a:gd name="connsiteX3" fmla="*/ 3992638 w 3992638"/>
              <a:gd name="connsiteY3" fmla="*/ 685800 h 685800"/>
              <a:gd name="connsiteX4" fmla="*/ 0 w 3992638"/>
              <a:gd name="connsiteY4" fmla="*/ 685800 h 685800"/>
              <a:gd name="connsiteX0dup0" fmla="*/ 0 w 3992638"/>
              <a:gd name="connsiteY0dup0" fmla="*/ 685800 h 685800"/>
              <a:gd name="connsiteX1dup0" fmla="*/ 0 w 3992638"/>
              <a:gd name="connsiteY1dup0" fmla="*/ 0 h 685800"/>
              <a:gd name="connsiteX2dup0" fmla="*/ 3992638 w 3992638"/>
              <a:gd name="connsiteY2dup0" fmla="*/ 0 h 685800"/>
              <a:gd name="connsiteX3dup0" fmla="*/ 3344938 w 3992638"/>
              <a:gd name="connsiteY3dup0" fmla="*/ 673100 h 685800"/>
              <a:gd name="connsiteX4dup0" fmla="*/ 0 w 3992638"/>
              <a:gd name="connsiteY4dup0" fmla="*/ 685800 h 685800"/>
              <a:gd name="connsiteX0dup0dup1" fmla="*/ 0 w 3765471"/>
              <a:gd name="connsiteY0dup0dup1" fmla="*/ 685800 h 685800"/>
              <a:gd name="connsiteX1dup0dup1" fmla="*/ 0 w 3765471"/>
              <a:gd name="connsiteY1dup0dup1" fmla="*/ 0 h 685800"/>
              <a:gd name="connsiteX2dup0dup1" fmla="*/ 3765471 w 3765471"/>
              <a:gd name="connsiteY2dup0dup1" fmla="*/ 0 h 685800"/>
              <a:gd name="connsiteX3dup0dup1" fmla="*/ 3344938 w 3765471"/>
              <a:gd name="connsiteY3dup0dup1" fmla="*/ 673100 h 685800"/>
              <a:gd name="connsiteX4dup0dup1" fmla="*/ 0 w 3765471"/>
              <a:gd name="connsiteY4dup0dup1" fmla="*/ 685800 h 685800"/>
              <a:gd name="connsiteX0dup0dup1dup2" fmla="*/ 0 w 3765471"/>
              <a:gd name="connsiteY0dup0dup1dup2" fmla="*/ 685800 h 685800"/>
              <a:gd name="connsiteX1dup0dup1dup2" fmla="*/ 251354 w 3765471"/>
              <a:gd name="connsiteY1dup0dup1dup2" fmla="*/ 0 h 685800"/>
              <a:gd name="connsiteX2dup0dup1dup2" fmla="*/ 3765471 w 3765471"/>
              <a:gd name="connsiteY2dup0dup1dup2" fmla="*/ 0 h 685800"/>
              <a:gd name="connsiteX3dup0dup1dup2" fmla="*/ 3344938 w 3765471"/>
              <a:gd name="connsiteY3dup0dup1dup2" fmla="*/ 673100 h 685800"/>
              <a:gd name="connsiteX4dup0dup1dup2" fmla="*/ 0 w 3765471"/>
              <a:gd name="connsiteY4dup0dup1dup2" fmla="*/ 685800 h 685800"/>
              <a:gd name="connsiteX0dup0dup1dup2dup3" fmla="*/ 4833 w 3514117"/>
              <a:gd name="connsiteY0dup0dup1dup2dup3" fmla="*/ 685800 h 685800"/>
              <a:gd name="connsiteX1dup0dup1dup2dup3" fmla="*/ 0 w 3514117"/>
              <a:gd name="connsiteY1dup0dup1dup2dup3" fmla="*/ 0 h 685800"/>
              <a:gd name="connsiteX2dup0dup1dup2dup3" fmla="*/ 3514117 w 3514117"/>
              <a:gd name="connsiteY2dup0dup1dup2dup3" fmla="*/ 0 h 685800"/>
              <a:gd name="connsiteX3dup0dup1dup2dup3" fmla="*/ 3093584 w 3514117"/>
              <a:gd name="connsiteY3dup0dup1dup2dup3" fmla="*/ 673100 h 685800"/>
              <a:gd name="connsiteX4dup0dup1dup2dup3" fmla="*/ 4833 w 3514117"/>
              <a:gd name="connsiteY4dup0dup1dup2dup3" fmla="*/ 685800 h 685800"/>
              <a:gd name="connsiteX0dup0dup1dup2dup3dup4" fmla="*/ 3021 w 3514117"/>
              <a:gd name="connsiteY0dup0dup1dup2dup3dup4" fmla="*/ 685800 h 685800"/>
              <a:gd name="connsiteX1dup0dup1dup2dup3dup4" fmla="*/ 0 w 3514117"/>
              <a:gd name="connsiteY1dup0dup1dup2dup3dup4" fmla="*/ 0 h 685800"/>
              <a:gd name="connsiteX2dup0dup1dup2dup3dup4" fmla="*/ 3514117 w 3514117"/>
              <a:gd name="connsiteY2dup0dup1dup2dup3dup4" fmla="*/ 0 h 685800"/>
              <a:gd name="connsiteX3dup0dup1dup2dup3dup4" fmla="*/ 3093584 w 3514117"/>
              <a:gd name="connsiteY3dup0dup1dup2dup3dup4" fmla="*/ 673100 h 685800"/>
              <a:gd name="connsiteX4dup0dup1dup2dup3dup4" fmla="*/ 3021 w 3514117"/>
              <a:gd name="connsiteY4dup0dup1dup2dup3dup4" fmla="*/ 685800 h 685800"/>
              <a:gd name="connsiteX0dup0dup1dup2dup3dup4dup5" fmla="*/ 0 w 3516534"/>
              <a:gd name="connsiteY0dup0dup1dup2dup3dup4dup5" fmla="*/ 685800 h 685800"/>
              <a:gd name="connsiteX1dup0dup1dup2dup3dup4dup5" fmla="*/ 2417 w 3516534"/>
              <a:gd name="connsiteY1dup0dup1dup2dup3dup4dup5" fmla="*/ 0 h 685800"/>
              <a:gd name="connsiteX2dup0dup1dup2dup3dup4dup5" fmla="*/ 3516534 w 3516534"/>
              <a:gd name="connsiteY2dup0dup1dup2dup3dup4dup5" fmla="*/ 0 h 685800"/>
              <a:gd name="connsiteX3dup0dup1dup2dup3dup4dup5" fmla="*/ 3096001 w 3516534"/>
              <a:gd name="connsiteY3dup0dup1dup2dup3dup4dup5" fmla="*/ 673100 h 685800"/>
              <a:gd name="connsiteX4dup0dup1dup2dup3dup4dup5" fmla="*/ 0 w 3516534"/>
              <a:gd name="connsiteY4dup0dup1dup2dup3dup4dup5" fmla="*/ 685800 h 685800"/>
            </a:gdLst>
            <a:ahLst/>
            <a:cxnLst>
              <a:cxn ang="0">
                <a:pos x="connsiteX0dup0dup1dup2dup3dup4dup5" y="connsiteY0dup0dup1dup2dup3dup4dup5"/>
              </a:cxn>
              <a:cxn ang="0">
                <a:pos x="connsiteX1dup0dup1dup2dup3dup4dup5" y="connsiteY1dup0dup1dup2dup3dup4dup5"/>
              </a:cxn>
              <a:cxn ang="0">
                <a:pos x="connsiteX2dup0dup1dup2dup3dup4dup5" y="connsiteY2dup0dup1dup2dup3dup4dup5"/>
              </a:cxn>
              <a:cxn ang="0">
                <a:pos x="connsiteX3dup0dup1dup2dup3dup4dup5" y="connsiteY3dup0dup1dup2dup3dup4dup5"/>
              </a:cxn>
              <a:cxn ang="0">
                <a:pos x="connsiteX4dup0dup1dup2dup3dup4dup5" y="connsiteY4dup0dup1dup2dup3dup4dup5"/>
              </a:cxn>
            </a:cxnLst>
            <a:rect l="l" t="t" r="r" b="b"/>
            <a:pathLst>
              <a:path w="3516534" h="685800">
                <a:moveTo>
                  <a:pt x="0" y="685800"/>
                </a:moveTo>
                <a:cubicBezTo>
                  <a:pt x="806" y="457200"/>
                  <a:pt x="1611" y="228600"/>
                  <a:pt x="2417" y="0"/>
                </a:cubicBezTo>
                <a:lnTo>
                  <a:pt x="3516534" y="0"/>
                </a:lnTo>
                <a:lnTo>
                  <a:pt x="3096001" y="673100"/>
                </a:lnTo>
                <a:lnTo>
                  <a:pt x="0" y="685800"/>
                </a:lnTo>
                <a:close/>
              </a:path>
            </a:pathLst>
          </a:custGeom>
          <a:solidFill>
            <a:srgbClr val="E63946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29F1B3-11E3-8781-E289-BA0CC0C169DF}"/>
              </a:ext>
            </a:extLst>
          </p:cNvPr>
          <p:cNvSpPr/>
          <p:nvPr/>
        </p:nvSpPr>
        <p:spPr>
          <a:xfrm>
            <a:off x="11631023" y="6623788"/>
            <a:ext cx="720001" cy="268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ctr" defTabSz="121909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746033-9F45-4508-8446-72AA2BBAAD2A}" type="slidenum">
              <a:rPr kumimoji="0" lang="en-US" altLang="ja-JP" sz="1066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jitsu Sans" panose="020B0404060202020204" pitchFamily="34" charset="0"/>
                <a:ea typeface="ＭＳ Ｐゴシック" charset="-128"/>
                <a:cs typeface="+mn-cs"/>
              </a:rPr>
              <a:t>‹#›</a:t>
            </a:fld>
            <a:endParaRPr kumimoji="0" lang="en-US" altLang="ja-JP" sz="1066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jitsu Sans" panose="020B0404060202020204" pitchFamily="34" charset="0"/>
              <a:ea typeface="ＭＳ Ｐゴシック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64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 advTm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26244" y="6629401"/>
            <a:ext cx="5475282" cy="240418"/>
            <a:chOff x="6726244" y="6629401"/>
            <a:chExt cx="5475282" cy="240418"/>
          </a:xfrm>
        </p:grpSpPr>
        <p:sp>
          <p:nvSpPr>
            <p:cNvPr id="11" name="Freeform: Shape 7"/>
            <p:cNvSpPr/>
            <p:nvPr/>
          </p:nvSpPr>
          <p:spPr>
            <a:xfrm rot="16200000" flipH="1">
              <a:off x="9137650" y="4217995"/>
              <a:ext cx="240418" cy="5063229"/>
            </a:xfrm>
            <a:custGeom>
              <a:avLst/>
              <a:gdLst>
                <a:gd name="connsiteX0" fmla="*/ 0 w 208579"/>
                <a:gd name="connsiteY0" fmla="*/ 149593 h 3790781"/>
                <a:gd name="connsiteX1" fmla="*/ 0 w 208579"/>
                <a:gd name="connsiteY1" fmla="*/ 3790781 h 3790781"/>
                <a:gd name="connsiteX2" fmla="*/ 208579 w 208579"/>
                <a:gd name="connsiteY2" fmla="*/ 3641188 h 3790781"/>
                <a:gd name="connsiteX3" fmla="*/ 208579 w 208579"/>
                <a:gd name="connsiteY3" fmla="*/ 0 h 3790781"/>
                <a:gd name="connsiteX4" fmla="*/ 0 w 208579"/>
                <a:gd name="connsiteY4" fmla="*/ 149593 h 379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579" h="3790781">
                  <a:moveTo>
                    <a:pt x="0" y="149593"/>
                  </a:moveTo>
                  <a:lnTo>
                    <a:pt x="0" y="3790781"/>
                  </a:lnTo>
                  <a:lnTo>
                    <a:pt x="208579" y="3641188"/>
                  </a:lnTo>
                  <a:lnTo>
                    <a:pt x="208579" y="0"/>
                  </a:lnTo>
                  <a:lnTo>
                    <a:pt x="0" y="149593"/>
                  </a:lnTo>
                  <a:close/>
                </a:path>
              </a:pathLst>
            </a:custGeom>
            <a:solidFill>
              <a:srgbClr val="2439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144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en-IN" sz="900" b="1" dirty="0">
                  <a:solidFill>
                    <a:schemeClr val="bg1"/>
                  </a:solidFill>
                </a:rPr>
                <a:t> </a:t>
              </a:r>
              <a:endParaRPr 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Freeform: Shape 8"/>
            <p:cNvSpPr/>
            <p:nvPr/>
          </p:nvSpPr>
          <p:spPr>
            <a:xfrm rot="16200000" flipH="1">
              <a:off x="11809855" y="6478146"/>
              <a:ext cx="240416" cy="542927"/>
            </a:xfrm>
            <a:custGeom>
              <a:avLst/>
              <a:gdLst>
                <a:gd name="connsiteX0" fmla="*/ 0 w 208579"/>
                <a:gd name="connsiteY0" fmla="*/ 149593 h 391892"/>
                <a:gd name="connsiteX1" fmla="*/ 0 w 208579"/>
                <a:gd name="connsiteY1" fmla="*/ 391892 h 391892"/>
                <a:gd name="connsiteX2" fmla="*/ 208579 w 208579"/>
                <a:gd name="connsiteY2" fmla="*/ 391892 h 391892"/>
                <a:gd name="connsiteX3" fmla="*/ 208579 w 208579"/>
                <a:gd name="connsiteY3" fmla="*/ 0 h 391892"/>
                <a:gd name="connsiteX4" fmla="*/ 0 w 208579"/>
                <a:gd name="connsiteY4" fmla="*/ 149593 h 391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579" h="391892">
                  <a:moveTo>
                    <a:pt x="0" y="149593"/>
                  </a:moveTo>
                  <a:lnTo>
                    <a:pt x="0" y="391892"/>
                  </a:lnTo>
                  <a:lnTo>
                    <a:pt x="208579" y="391892"/>
                  </a:lnTo>
                  <a:lnTo>
                    <a:pt x="208579" y="0"/>
                  </a:lnTo>
                  <a:lnTo>
                    <a:pt x="0" y="149593"/>
                  </a:lnTo>
                  <a:close/>
                </a:path>
              </a:pathLst>
            </a:custGeom>
            <a:solidFill>
              <a:srgbClr val="DD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144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en-IN" sz="900" b="1" dirty="0">
                  <a:solidFill>
                    <a:schemeClr val="bg1"/>
                  </a:solidFill>
                </a:rPr>
                <a:t> </a:t>
              </a:r>
              <a:endParaRPr 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599907" y="6653494"/>
              <a:ext cx="3890441" cy="213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r"/>
              <a:r>
                <a:rPr lang="en-US" sz="800" b="0" i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© Copyright 2026 RefractOne All Rights Reserved</a:t>
              </a:r>
              <a:endParaRPr lang="en-US" sz="800" b="0" i="0" dirty="0">
                <a:solidFill>
                  <a:schemeClr val="bg1"/>
                </a:solidFill>
              </a:endParaRPr>
            </a:p>
          </p:txBody>
        </p:sp>
        <p:sp>
          <p:nvSpPr>
            <p:cNvPr id="14" name="Slide Number Placeholder 5"/>
            <p:cNvSpPr txBox="1"/>
            <p:nvPr/>
          </p:nvSpPr>
          <p:spPr>
            <a:xfrm>
              <a:off x="11746307" y="6699484"/>
              <a:ext cx="377016" cy="12204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lang="en-US" sz="600" b="0" i="0" kern="1200">
                  <a:solidFill>
                    <a:schemeClr val="tx1">
                      <a:lumMod val="75000"/>
                    </a:schemeClr>
                  </a:solidFill>
                  <a:effectLst/>
                  <a:latin typeface="Helvetica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sz="800" b="0" i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906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</p:sldLayoutIdLst>
  <p:transition advTm="0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algn="ctr"/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3646" y="6338382"/>
            <a:ext cx="2743200" cy="2462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fld id="{8E7BF994-0423-474E-96A6-CE1324369848}" type="slidenum">
              <a:rPr lang="en-US"/>
              <a:t>‹#›</a:t>
            </a:fld>
            <a:endParaRPr lang="en-US" dirty="0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6726244" y="6629401"/>
            <a:ext cx="5475282" cy="240418"/>
            <a:chOff x="6726244" y="6629401"/>
            <a:chExt cx="5475282" cy="240418"/>
          </a:xfrm>
        </p:grpSpPr>
        <p:sp>
          <p:nvSpPr>
            <p:cNvPr id="5" name="Freeform: Shape 7"/>
            <p:cNvSpPr/>
            <p:nvPr userDrawn="1"/>
          </p:nvSpPr>
          <p:spPr>
            <a:xfrm rot="16200000" flipH="1">
              <a:off x="9137650" y="4217995"/>
              <a:ext cx="240418" cy="5063229"/>
            </a:xfrm>
            <a:custGeom>
              <a:avLst/>
              <a:gdLst>
                <a:gd name="connsiteX0" fmla="*/ 0 w 208579"/>
                <a:gd name="connsiteY0" fmla="*/ 149593 h 3790781"/>
                <a:gd name="connsiteX1" fmla="*/ 0 w 208579"/>
                <a:gd name="connsiteY1" fmla="*/ 3790781 h 3790781"/>
                <a:gd name="connsiteX2" fmla="*/ 208579 w 208579"/>
                <a:gd name="connsiteY2" fmla="*/ 3641188 h 3790781"/>
                <a:gd name="connsiteX3" fmla="*/ 208579 w 208579"/>
                <a:gd name="connsiteY3" fmla="*/ 0 h 3790781"/>
                <a:gd name="connsiteX4" fmla="*/ 0 w 208579"/>
                <a:gd name="connsiteY4" fmla="*/ 149593 h 3790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579" h="3790781">
                  <a:moveTo>
                    <a:pt x="0" y="149593"/>
                  </a:moveTo>
                  <a:lnTo>
                    <a:pt x="0" y="3790781"/>
                  </a:lnTo>
                  <a:lnTo>
                    <a:pt x="208579" y="3641188"/>
                  </a:lnTo>
                  <a:lnTo>
                    <a:pt x="208579" y="0"/>
                  </a:lnTo>
                  <a:lnTo>
                    <a:pt x="0" y="149593"/>
                  </a:lnTo>
                  <a:close/>
                </a:path>
              </a:pathLst>
            </a:custGeom>
            <a:solidFill>
              <a:srgbClr val="2439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144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en-IN" sz="900" b="1" dirty="0">
                  <a:solidFill>
                    <a:schemeClr val="bg1"/>
                  </a:solidFill>
                </a:rPr>
                <a:t> </a:t>
              </a:r>
              <a:endParaRPr 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Freeform: Shape 8"/>
            <p:cNvSpPr/>
            <p:nvPr userDrawn="1"/>
          </p:nvSpPr>
          <p:spPr>
            <a:xfrm rot="16200000" flipH="1">
              <a:off x="11809855" y="6478146"/>
              <a:ext cx="240416" cy="542927"/>
            </a:xfrm>
            <a:custGeom>
              <a:avLst/>
              <a:gdLst>
                <a:gd name="connsiteX0" fmla="*/ 0 w 208579"/>
                <a:gd name="connsiteY0" fmla="*/ 149593 h 391892"/>
                <a:gd name="connsiteX1" fmla="*/ 0 w 208579"/>
                <a:gd name="connsiteY1" fmla="*/ 391892 h 391892"/>
                <a:gd name="connsiteX2" fmla="*/ 208579 w 208579"/>
                <a:gd name="connsiteY2" fmla="*/ 391892 h 391892"/>
                <a:gd name="connsiteX3" fmla="*/ 208579 w 208579"/>
                <a:gd name="connsiteY3" fmla="*/ 0 h 391892"/>
                <a:gd name="connsiteX4" fmla="*/ 0 w 208579"/>
                <a:gd name="connsiteY4" fmla="*/ 149593 h 391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579" h="391892">
                  <a:moveTo>
                    <a:pt x="0" y="149593"/>
                  </a:moveTo>
                  <a:lnTo>
                    <a:pt x="0" y="391892"/>
                  </a:lnTo>
                  <a:lnTo>
                    <a:pt x="208579" y="391892"/>
                  </a:lnTo>
                  <a:lnTo>
                    <a:pt x="208579" y="0"/>
                  </a:lnTo>
                  <a:lnTo>
                    <a:pt x="0" y="149593"/>
                  </a:lnTo>
                  <a:close/>
                </a:path>
              </a:pathLst>
            </a:custGeom>
            <a:solidFill>
              <a:srgbClr val="DD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square" lIns="0" tIns="0" rIns="0" bIns="144000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r>
                <a:rPr lang="en-IN" sz="900" b="1" dirty="0">
                  <a:solidFill>
                    <a:schemeClr val="bg1"/>
                  </a:solidFill>
                </a:rPr>
                <a:t> </a:t>
              </a:r>
              <a:endParaRPr 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7599907" y="6653494"/>
              <a:ext cx="3890441" cy="213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</a:lstStyle>
            <a:p>
              <a:pPr algn="r"/>
              <a:r>
                <a:rPr lang="en-US" sz="800" b="0" i="0" dirty="0">
                  <a:solidFill>
                    <a:schemeClr val="bg1"/>
                  </a:solidFill>
                  <a:effectLst/>
                  <a:latin typeface="Helvetica" pitchFamily="2" charset="0"/>
                </a:rPr>
                <a:t>© Copyright 2026 RefractOne All Rights Reserved</a:t>
              </a:r>
              <a:endParaRPr lang="en-US" sz="800" b="0" i="0" dirty="0">
                <a:solidFill>
                  <a:schemeClr val="bg1"/>
                </a:solidFill>
              </a:endParaRPr>
            </a:p>
          </p:txBody>
        </p:sp>
        <p:sp>
          <p:nvSpPr>
            <p:cNvPr id="13" name="Slide Number Placeholder 5"/>
            <p:cNvSpPr txBox="1"/>
            <p:nvPr userDrawn="1"/>
          </p:nvSpPr>
          <p:spPr>
            <a:xfrm>
              <a:off x="11746307" y="6699484"/>
              <a:ext cx="377016" cy="122042"/>
            </a:xfrm>
            <a:prstGeom prst="rect">
              <a:avLst/>
            </a:prstGeom>
            <a:noFill/>
          </p:spPr>
          <p:txBody>
            <a:bodyPr wrap="square" tIns="0" bIns="0" rtlCol="0">
              <a:sp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lang="en-US" sz="600" b="0" i="0" kern="1200">
                  <a:solidFill>
                    <a:schemeClr val="tx1">
                      <a:lumMod val="75000"/>
                    </a:schemeClr>
                  </a:solidFill>
                  <a:effectLst/>
                  <a:latin typeface="Helvetica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sz="800" b="0" i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259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  <p:transition advTm="0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image" Target="../media/image4.bin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image" Target="../media/image6.bin"/><Relationship Id="rId1" Type="http://schemas.openxmlformats.org/officeDocument/2006/relationships/slideLayout" Target="../slideLayouts/slideLayout49.xml"/><Relationship Id="rId4" Type="http://schemas.openxmlformats.org/officeDocument/2006/relationships/image" Target="../media/image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6808" y="0"/>
            <a:ext cx="11615191" cy="6858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09109" y="2625348"/>
            <a:ext cx="5026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en-US" sz="2000" b="1" dirty="0" err="1">
                <a:latin typeface="+mj-lt"/>
              </a:rPr>
              <a:t>xxxx</a:t>
            </a:r>
            <a:endParaRPr lang="en-US" sz="2000" b="1" dirty="0">
              <a:latin typeface="+mj-lt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909108" y="4469882"/>
            <a:ext cx="2167466" cy="860943"/>
            <a:chOff x="909108" y="4469882"/>
            <a:chExt cx="2167466" cy="860943"/>
          </a:xfrm>
        </p:grpSpPr>
        <p:sp>
          <p:nvSpPr>
            <p:cNvPr id="27" name="TextBox 6"/>
            <p:cNvSpPr txBox="1"/>
            <p:nvPr/>
          </p:nvSpPr>
          <p:spPr>
            <a:xfrm>
              <a:off x="909108" y="4469882"/>
              <a:ext cx="1956931" cy="457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ptos Light" panose="020B0004020202020204" pitchFamily="34" charset="0"/>
                  <a:cs typeface="Arial" panose="020B0604020202020204" pitchFamily="34" charset="0"/>
                </a:rPr>
                <a:t>Organogram</a:t>
              </a: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909108" y="4936244"/>
              <a:ext cx="2167466" cy="394581"/>
              <a:chOff x="385235" y="5038581"/>
              <a:chExt cx="2167466" cy="394581"/>
            </a:xfrm>
          </p:grpSpPr>
          <p:sp>
            <p:nvSpPr>
              <p:cNvPr id="30" name="Rectangle: Diagonal Corners Snipped 29"/>
              <p:cNvSpPr/>
              <p:nvPr/>
            </p:nvSpPr>
            <p:spPr>
              <a:xfrm>
                <a:off x="385235" y="5038581"/>
                <a:ext cx="2167466" cy="364737"/>
              </a:xfrm>
              <a:prstGeom prst="snip2DiagRect">
                <a:avLst/>
              </a:prstGeom>
              <a:solidFill>
                <a:srgbClr val="24394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r>
                  <a:rPr lang="en-US" dirty="0">
                    <a:solidFill>
                      <a:schemeClr val="bg1"/>
                    </a:solidFill>
                  </a:rPr>
                  <a:t>August 12, 2026</a:t>
                </a:r>
                <a:endParaRPr lang="en-IN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TextBox 21"/>
              <p:cNvSpPr txBox="1"/>
              <p:nvPr/>
            </p:nvSpPr>
            <p:spPr>
              <a:xfrm>
                <a:off x="433967" y="5063830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dirty="0"/>
              </a:p>
            </p:txBody>
          </p:sp>
        </p:grpSp>
      </p:grpSp>
      <p:sp>
        <p:nvSpPr>
          <p:cNvPr id="36" name="TextBox 35"/>
          <p:cNvSpPr txBox="1"/>
          <p:nvPr/>
        </p:nvSpPr>
        <p:spPr>
          <a:xfrm>
            <a:off x="909108" y="6410952"/>
            <a:ext cx="3694125" cy="244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© Copyright 2026 RefractOne All Rights Reserved</a:t>
            </a:r>
            <a:endParaRPr lang="en-IN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Graphic 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71953" y="1859202"/>
            <a:ext cx="3568551" cy="65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82368"/>
      </p:ext>
    </p:extLst>
  </p:cSld>
  <p:clrMapOvr>
    <a:masterClrMapping/>
  </p:clrMapOvr>
  <p:transition spd="slow" advTm="0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90739" y="3719793"/>
            <a:ext cx="4810522" cy="10831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0" b="1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Thank You</a:t>
            </a:r>
            <a:endParaRPr kumimoji="0" lang="en-IN" sz="6500" b="1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6" name="Graphic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90770" y="979884"/>
            <a:ext cx="3223402" cy="2721984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2784592" y="5224778"/>
            <a:ext cx="6622816" cy="396525"/>
            <a:chOff x="1679656" y="5224778"/>
            <a:chExt cx="6622816" cy="396525"/>
          </a:xfrm>
        </p:grpSpPr>
        <p:grpSp>
          <p:nvGrpSpPr>
            <p:cNvPr id="11" name="Group 10"/>
            <p:cNvGrpSpPr/>
            <p:nvPr/>
          </p:nvGrpSpPr>
          <p:grpSpPr>
            <a:xfrm>
              <a:off x="5717400" y="5224778"/>
              <a:ext cx="2585072" cy="396525"/>
              <a:chOff x="5717400" y="5224778"/>
              <a:chExt cx="2585072" cy="396525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6030672" y="5224778"/>
                <a:ext cx="2268554" cy="366126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www.refractone.com</a:t>
                </a: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pic>
            <p:nvPicPr>
              <p:cNvPr id="5" name="Graphic 4" descr="Earth globe: Asia and Australia with solid fill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5717400" y="5242703"/>
                <a:ext cx="378600" cy="378600"/>
              </a:xfrm>
              <a:prstGeom prst="rect">
                <a:avLst/>
              </a:prstGeom>
            </p:spPr>
          </p:pic>
        </p:grpSp>
        <p:grpSp>
          <p:nvGrpSpPr>
            <p:cNvPr id="10" name="Group 9"/>
            <p:cNvGrpSpPr/>
            <p:nvPr/>
          </p:nvGrpSpPr>
          <p:grpSpPr>
            <a:xfrm>
              <a:off x="1679656" y="5224778"/>
              <a:ext cx="2673798" cy="396525"/>
              <a:chOff x="1679656" y="5224778"/>
              <a:chExt cx="2673798" cy="396525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2033485" y="5224778"/>
                <a:ext cx="2310453" cy="366126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rPr>
                  <a:t>info@refractone.com</a:t>
                </a: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pic>
            <p:nvPicPr>
              <p:cNvPr id="9" name="Graphic 8" descr="Envelope with solid fill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1679656" y="5242703"/>
                <a:ext cx="378600" cy="3786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5633489"/>
      </p:ext>
    </p:extLst>
  </p:cSld>
  <p:clrMapOvr>
    <a:masterClrMapping/>
  </p:clrMapOvr>
  <p:transition advTm="0"/>
</p:sld>
</file>

<file path=ppt/theme/theme1.xml><?xml version="1.0" encoding="utf-8"?>
<a:theme xmlns:a="http://schemas.openxmlformats.org/drawingml/2006/main" name="Theme1">
  <a:themeElements>
    <a:clrScheme name="Default Theme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4396BB"/>
      </a:accent1>
      <a:accent2>
        <a:srgbClr val="70AFCC"/>
      </a:accent2>
      <a:accent3>
        <a:srgbClr val="4396BB"/>
      </a:accent3>
      <a:accent4>
        <a:srgbClr val="0C3649"/>
      </a:accent4>
      <a:accent5>
        <a:srgbClr val="70AFCC"/>
      </a:accent5>
      <a:accent6>
        <a:srgbClr val="347490"/>
      </a:accent6>
      <a:hlink>
        <a:srgbClr val="009FFF"/>
      </a:hlink>
      <a:folHlink>
        <a:srgbClr val="666699"/>
      </a:folHlink>
    </a:clrScheme>
    <a:fontScheme name="Arial">
      <a:majorFont>
        <a:latin typeface="Arial" panose="020B0604020202020204"/>
        <a:ea typeface=""/>
        <a:cs typeface=""/>
        <a:font script="Yiii" typeface="Microsoft Yi Baiti"/>
        <a:font script="Mong" typeface="Mongolian Baiti"/>
        <a:font script="Thaa" typeface="MV Boli"/>
        <a:font script="Thai" typeface="Cordia New"/>
        <a:font script="Sinh" typeface="Iskoola Pota"/>
        <a:font script="Syrc" typeface="Estrangelo Edessa"/>
        <a:font script="Knda" typeface="Tunga"/>
        <a:font script="Cans" typeface="Euphemia"/>
        <a:font script="Geor" typeface="Sylfaen"/>
        <a:font script="Taml" typeface="Latha"/>
        <a:font script="Hans" typeface="黑体"/>
        <a:font script="Hant" typeface="微軟正黑體"/>
        <a:font script="Hebr" typeface="Arial"/>
        <a:font script="Jpan" typeface="ＭＳ Ｐゴシック"/>
        <a:font script="Guru" typeface="Raavi"/>
        <a:font script="Orya" typeface="Kalinga"/>
        <a:font script="Hang" typeface="굴림"/>
        <a:font script="Mlym" typeface="Kartika"/>
        <a:font script="Laoo" typeface="DokChampa"/>
        <a:font script="Khmr" typeface="DaunPenh"/>
        <a:font script="Deva" typeface="Mangal"/>
        <a:font script="Telu" typeface="Gautami"/>
        <a:font script="Arab" typeface="Arial"/>
        <a:font script="Cher" typeface="Plantagenet Cherokee"/>
        <a:font script="Viet" typeface="Arial"/>
        <a:font script="Ethi" typeface="Nyala"/>
        <a:font script="Gujr" typeface="Shruti"/>
        <a:font script="Beng" typeface="Vrinda"/>
        <a:font script="Uigh" typeface="Microsoft Uighur"/>
        <a:font script="Tibt" typeface="Microsoft Himalaya"/>
      </a:majorFont>
      <a:minorFont>
        <a:latin typeface="Arial" panose="020B0604020202020204"/>
        <a:ea typeface=""/>
        <a:cs typeface=""/>
        <a:font script="Yiii" typeface="Microsoft Yi Baiti"/>
        <a:font script="Mong" typeface="Mongolian Baiti"/>
        <a:font script="Thaa" typeface="MV Boli"/>
        <a:font script="Thai" typeface="Cordia New"/>
        <a:font script="Sinh" typeface="Iskoola Pota"/>
        <a:font script="Syrc" typeface="Estrangelo Edessa"/>
        <a:font script="Knda" typeface="Tunga"/>
        <a:font script="Cans" typeface="Euphemia"/>
        <a:font script="Geor" typeface="Sylfaen"/>
        <a:font script="Taml" typeface="Latha"/>
        <a:font script="Hans" typeface="黑体"/>
        <a:font script="Hant" typeface="微軟正黑體"/>
        <a:font script="Hebr" typeface="Arial"/>
        <a:font script="Jpan" typeface="ＭＳ Ｐゴシック"/>
        <a:font script="Guru" typeface="Raavi"/>
        <a:font script="Orya" typeface="Kalinga"/>
        <a:font script="Hang" typeface="굴림"/>
        <a:font script="Mlym" typeface="Kartika"/>
        <a:font script="Laoo" typeface="DokChampa"/>
        <a:font script="Khmr" typeface="DaunPenh"/>
        <a:font script="Deva" typeface="Mangal"/>
        <a:font script="Telu" typeface="Gautami"/>
        <a:font script="Arab" typeface="Arial"/>
        <a:font script="Cher" typeface="Plantagenet Cherokee"/>
        <a:font script="Viet" typeface="Arial"/>
        <a:font script="Ethi" typeface="Nyala"/>
        <a:font script="Gujr" typeface="Shruti"/>
        <a:font script="Beng" typeface="Vrinda"/>
        <a:font script="Uigh" typeface="Microsoft Uighur"/>
        <a:font script="Tibt" typeface="Microsoft Himalay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DF17F384-02C0-4D62-9E5A-2A97D3A032A9}" vid="{3D7DD1B4-F49B-41F8-81FE-8638CEF150B8}"/>
    </a:ext>
  </a:extLst>
</a:theme>
</file>

<file path=ppt/theme/theme2.xml><?xml version="1.0" encoding="utf-8"?>
<a:theme xmlns:a="http://schemas.openxmlformats.org/drawingml/2006/main" name="3_Office Theme">
  <a:themeElements>
    <a:clrScheme name="Default Theme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4396BB"/>
      </a:accent1>
      <a:accent2>
        <a:srgbClr val="70AFCC"/>
      </a:accent2>
      <a:accent3>
        <a:srgbClr val="4396BB"/>
      </a:accent3>
      <a:accent4>
        <a:srgbClr val="0C3649"/>
      </a:accent4>
      <a:accent5>
        <a:srgbClr val="70AFCC"/>
      </a:accent5>
      <a:accent6>
        <a:srgbClr val="347490"/>
      </a:accent6>
      <a:hlink>
        <a:srgbClr val="009FFF"/>
      </a:hlink>
      <a:folHlink>
        <a:srgbClr val="666699"/>
      </a:folHlink>
    </a:clrScheme>
    <a:fontScheme name="Arial">
      <a:majorFont>
        <a:latin typeface="Arial" panose="020B0604020202020204"/>
        <a:ea typeface=""/>
        <a:cs typeface=""/>
        <a:font script="Yiii" typeface="Microsoft Yi Baiti"/>
        <a:font script="Mong" typeface="Mongolian Baiti"/>
        <a:font script="Thaa" typeface="MV Boli"/>
        <a:font script="Thai" typeface="Cordia New"/>
        <a:font script="Sinh" typeface="Iskoola Pota"/>
        <a:font script="Syrc" typeface="Estrangelo Edessa"/>
        <a:font script="Knda" typeface="Tunga"/>
        <a:font script="Cans" typeface="Euphemia"/>
        <a:font script="Geor" typeface="Sylfaen"/>
        <a:font script="Taml" typeface="Latha"/>
        <a:font script="Hans" typeface="黑体"/>
        <a:font script="Hant" typeface="微軟正黑體"/>
        <a:font script="Hebr" typeface="Arial"/>
        <a:font script="Jpan" typeface="ＭＳ Ｐゴシック"/>
        <a:font script="Guru" typeface="Raavi"/>
        <a:font script="Orya" typeface="Kalinga"/>
        <a:font script="Hang" typeface="굴림"/>
        <a:font script="Mlym" typeface="Kartika"/>
        <a:font script="Laoo" typeface="DokChampa"/>
        <a:font script="Khmr" typeface="DaunPenh"/>
        <a:font script="Deva" typeface="Mangal"/>
        <a:font script="Telu" typeface="Gautami"/>
        <a:font script="Arab" typeface="Arial"/>
        <a:font script="Cher" typeface="Plantagenet Cherokee"/>
        <a:font script="Viet" typeface="Arial"/>
        <a:font script="Ethi" typeface="Nyala"/>
        <a:font script="Gujr" typeface="Shruti"/>
        <a:font script="Beng" typeface="Vrinda"/>
        <a:font script="Uigh" typeface="Microsoft Uighur"/>
        <a:font script="Tibt" typeface="Microsoft Himalaya"/>
      </a:majorFont>
      <a:minorFont>
        <a:latin typeface="Arial" panose="020B0604020202020204"/>
        <a:ea typeface=""/>
        <a:cs typeface=""/>
        <a:font script="Yiii" typeface="Microsoft Yi Baiti"/>
        <a:font script="Mong" typeface="Mongolian Baiti"/>
        <a:font script="Thaa" typeface="MV Boli"/>
        <a:font script="Thai" typeface="Cordia New"/>
        <a:font script="Sinh" typeface="Iskoola Pota"/>
        <a:font script="Syrc" typeface="Estrangelo Edessa"/>
        <a:font script="Knda" typeface="Tunga"/>
        <a:font script="Cans" typeface="Euphemia"/>
        <a:font script="Geor" typeface="Sylfaen"/>
        <a:font script="Taml" typeface="Latha"/>
        <a:font script="Hans" typeface="黑体"/>
        <a:font script="Hant" typeface="微軟正黑體"/>
        <a:font script="Hebr" typeface="Arial"/>
        <a:font script="Jpan" typeface="ＭＳ Ｐゴシック"/>
        <a:font script="Guru" typeface="Raavi"/>
        <a:font script="Orya" typeface="Kalinga"/>
        <a:font script="Hang" typeface="굴림"/>
        <a:font script="Mlym" typeface="Kartika"/>
        <a:font script="Laoo" typeface="DokChampa"/>
        <a:font script="Khmr" typeface="DaunPenh"/>
        <a:font script="Deva" typeface="Mangal"/>
        <a:font script="Telu" typeface="Gautami"/>
        <a:font script="Arab" typeface="Arial"/>
        <a:font script="Cher" typeface="Plantagenet Cherokee"/>
        <a:font script="Viet" typeface="Arial"/>
        <a:font script="Ethi" typeface="Nyala"/>
        <a:font script="Gujr" typeface="Shruti"/>
        <a:font script="Beng" typeface="Vrinda"/>
        <a:font script="Uigh" typeface="Microsoft Uighur"/>
        <a:font script="Tibt" typeface="Microsoft Himalay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efault Theme">
      <a:dk1>
        <a:srgbClr val="000000"/>
      </a:dk1>
      <a:lt1>
        <a:srgbClr val="FFFFFF"/>
      </a:lt1>
      <a:dk2>
        <a:srgbClr val="505046"/>
      </a:dk2>
      <a:lt2>
        <a:srgbClr val="EEECE1"/>
      </a:lt2>
      <a:accent1>
        <a:srgbClr val="4396BB"/>
      </a:accent1>
      <a:accent2>
        <a:srgbClr val="70AFCC"/>
      </a:accent2>
      <a:accent3>
        <a:srgbClr val="4396BB"/>
      </a:accent3>
      <a:accent4>
        <a:srgbClr val="0C3649"/>
      </a:accent4>
      <a:accent5>
        <a:srgbClr val="70AFCC"/>
      </a:accent5>
      <a:accent6>
        <a:srgbClr val="347490"/>
      </a:accent6>
      <a:hlink>
        <a:srgbClr val="009FFF"/>
      </a:hlink>
      <a:folHlink>
        <a:srgbClr val="666699"/>
      </a:folHlink>
    </a:clrScheme>
    <a:fontScheme name="Arial">
      <a:majorFont>
        <a:latin typeface="Arial" panose="020B0604020202020204"/>
        <a:ea typeface=""/>
        <a:cs typeface=""/>
        <a:font script="Guru" typeface="Raavi"/>
        <a:font script="Taml" typeface="Latha"/>
        <a:font script="Ethi" typeface="Nyala"/>
        <a:font script="Hant" typeface="微軟正黑體"/>
        <a:font script="Laoo" typeface="DokChampa"/>
        <a:font script="Hang" typeface="굴림"/>
        <a:font script="Thai" typeface="Cordia New"/>
        <a:font script="Beng" typeface="Vrinda"/>
        <a:font script="Jpan" typeface="ＭＳ Ｐゴシック"/>
        <a:font script="Cans" typeface="Euphemia"/>
        <a:font script="Telu" typeface="Gautami"/>
        <a:font script="Mong" typeface="Mongolian Baiti"/>
        <a:font script="Deva" typeface="Mangal"/>
        <a:font script="Sinh" typeface="Iskoola Pota"/>
        <a:font script="Uigh" typeface="Microsoft Uighur"/>
        <a:font script="Gujr" typeface="Shruti"/>
        <a:font script="Tibt" typeface="Microsoft Himalaya"/>
        <a:font script="Khmr" typeface="DaunPenh"/>
        <a:font script="Arab" typeface="Arial"/>
        <a:font script="Orya" typeface="Kalinga"/>
        <a:font script="Hebr" typeface="Arial"/>
        <a:font script="Mlym" typeface="Kartika"/>
        <a:font script="Yiii" typeface="Microsoft Yi Baiti"/>
        <a:font script="Viet" typeface="Arial"/>
        <a:font script="Syrc" typeface="Estrangelo Edessa"/>
        <a:font script="Thaa" typeface="MV Boli"/>
        <a:font script="Geor" typeface="Sylfaen"/>
        <a:font script="Hans" typeface="黑体"/>
        <a:font script="Knda" typeface="Tunga"/>
        <a:font script="Cher" typeface="Plantagenet Cherokee"/>
      </a:majorFont>
      <a:minorFont>
        <a:latin typeface="Arial" panose="020B0604020202020204"/>
        <a:ea typeface=""/>
        <a:cs typeface=""/>
        <a:font script="Guru" typeface="Raavi"/>
        <a:font script="Taml" typeface="Latha"/>
        <a:font script="Ethi" typeface="Nyala"/>
        <a:font script="Hant" typeface="微軟正黑體"/>
        <a:font script="Laoo" typeface="DokChampa"/>
        <a:font script="Hang" typeface="굴림"/>
        <a:font script="Thai" typeface="Cordia New"/>
        <a:font script="Beng" typeface="Vrinda"/>
        <a:font script="Jpan" typeface="ＭＳ Ｐゴシック"/>
        <a:font script="Cans" typeface="Euphemia"/>
        <a:font script="Telu" typeface="Gautami"/>
        <a:font script="Mong" typeface="Mongolian Baiti"/>
        <a:font script="Deva" typeface="Mangal"/>
        <a:font script="Sinh" typeface="Iskoola Pota"/>
        <a:font script="Uigh" typeface="Microsoft Uighur"/>
        <a:font script="Gujr" typeface="Shruti"/>
        <a:font script="Tibt" typeface="Microsoft Himalaya"/>
        <a:font script="Khmr" typeface="DaunPenh"/>
        <a:font script="Arab" typeface="Arial"/>
        <a:font script="Orya" typeface="Kalinga"/>
        <a:font script="Hebr" typeface="Arial"/>
        <a:font script="Mlym" typeface="Kartika"/>
        <a:font script="Yiii" typeface="Microsoft Yi Baiti"/>
        <a:font script="Viet" typeface="Arial"/>
        <a:font script="Syrc" typeface="Estrangelo Edessa"/>
        <a:font script="Thaa" typeface="MV Boli"/>
        <a:font script="Geor" typeface="Sylfaen"/>
        <a:font script="Hans" typeface="黑体"/>
        <a:font script="Knda" typeface="Tunga"/>
        <a:font script="Cher" typeface="Plantagenet Cheroke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  <a:tileRect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32</TotalTime>
  <Words>25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Light</vt:lpstr>
      <vt:lpstr>Arial</vt:lpstr>
      <vt:lpstr>Fujitsu Sans</vt:lpstr>
      <vt:lpstr>Helvetica</vt:lpstr>
      <vt:lpstr>Theme1</vt:lpstr>
      <vt:lpstr>3_Office Theme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Pawas Jha</cp:lastModifiedBy>
  <cp:revision>4</cp:revision>
  <dcterms:created xsi:type="dcterms:W3CDTF">2013-01-27T09:14:16Z</dcterms:created>
  <dcterms:modified xsi:type="dcterms:W3CDTF">2026-08-12T03:38:59Z</dcterms:modified>
  <cp:category/>
</cp:coreProperties>
</file>